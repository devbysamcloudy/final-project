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1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93447" autoAdjust="0"/>
  </p:normalViewPr>
  <p:slideViewPr>
    <p:cSldViewPr snapToGrid="0">
      <p:cViewPr>
        <p:scale>
          <a:sx n="66" d="100"/>
          <a:sy n="66" d="100"/>
        </p:scale>
        <p:origin x="78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ny Light" userId="fdfd819338176e8d" providerId="LiveId" clId="{EDEF6B0C-6325-40E0-8F90-19A1C15E9B0E}"/>
    <pc:docChg chg="custSel addSld modSld modMainMaster">
      <pc:chgData name="Sanny Light" userId="fdfd819338176e8d" providerId="LiveId" clId="{EDEF6B0C-6325-40E0-8F90-19A1C15E9B0E}" dt="2026-02-02T07:40:20.186" v="203" actId="27636"/>
      <pc:docMkLst>
        <pc:docMk/>
      </pc:docMkLst>
      <pc:sldChg chg="modSp modTransition">
        <pc:chgData name="Sanny Light" userId="fdfd819338176e8d" providerId="LiveId" clId="{EDEF6B0C-6325-40E0-8F90-19A1C15E9B0E}" dt="2026-02-02T07:40:19.973" v="202"/>
        <pc:sldMkLst>
          <pc:docMk/>
          <pc:sldMk cId="2649527097" sldId="256"/>
        </pc:sldMkLst>
        <pc:spChg chg="mod">
          <ac:chgData name="Sanny Light" userId="fdfd819338176e8d" providerId="LiveId" clId="{EDEF6B0C-6325-40E0-8F90-19A1C15E9B0E}" dt="2026-02-02T07:40:19.973" v="202"/>
          <ac:spMkLst>
            <pc:docMk/>
            <pc:sldMk cId="2649527097" sldId="256"/>
            <ac:spMk id="2" creationId="{5A58D3A1-EBAF-26CB-91A0-F031E91B8411}"/>
          </ac:spMkLst>
        </pc:spChg>
        <pc:spChg chg="mod">
          <ac:chgData name="Sanny Light" userId="fdfd819338176e8d" providerId="LiveId" clId="{EDEF6B0C-6325-40E0-8F90-19A1C15E9B0E}" dt="2026-02-02T07:40:19.973" v="202"/>
          <ac:spMkLst>
            <pc:docMk/>
            <pc:sldMk cId="2649527097" sldId="256"/>
            <ac:spMk id="3" creationId="{3BD60A00-E1A6-DB9F-7F77-4B5F3543FC59}"/>
          </ac:spMkLst>
        </pc:spChg>
      </pc:sldChg>
      <pc:sldChg chg="modSp mod modTransition">
        <pc:chgData name="Sanny Light" userId="fdfd819338176e8d" providerId="LiveId" clId="{EDEF6B0C-6325-40E0-8F90-19A1C15E9B0E}" dt="2026-02-02T07:40:20.186" v="203" actId="27636"/>
        <pc:sldMkLst>
          <pc:docMk/>
          <pc:sldMk cId="3217952058" sldId="257"/>
        </pc:sldMkLst>
        <pc:spChg chg="mod">
          <ac:chgData name="Sanny Light" userId="fdfd819338176e8d" providerId="LiveId" clId="{EDEF6B0C-6325-40E0-8F90-19A1C15E9B0E}" dt="2026-02-02T07:40:19.973" v="202"/>
          <ac:spMkLst>
            <pc:docMk/>
            <pc:sldMk cId="3217952058" sldId="257"/>
            <ac:spMk id="2" creationId="{912535AD-DD56-EFC4-2FDA-3C9C245524D1}"/>
          </ac:spMkLst>
        </pc:spChg>
        <pc:spChg chg="mod">
          <ac:chgData name="Sanny Light" userId="fdfd819338176e8d" providerId="LiveId" clId="{EDEF6B0C-6325-40E0-8F90-19A1C15E9B0E}" dt="2026-02-02T07:40:20.186" v="203" actId="27636"/>
          <ac:spMkLst>
            <pc:docMk/>
            <pc:sldMk cId="3217952058" sldId="257"/>
            <ac:spMk id="3" creationId="{2B70B2C6-07DD-EC51-FE20-8CEBB964E261}"/>
          </ac:spMkLst>
        </pc:spChg>
      </pc:sldChg>
      <pc:sldChg chg="modSp modTransition">
        <pc:chgData name="Sanny Light" userId="fdfd819338176e8d" providerId="LiveId" clId="{EDEF6B0C-6325-40E0-8F90-19A1C15E9B0E}" dt="2026-02-02T07:40:19.973" v="202"/>
        <pc:sldMkLst>
          <pc:docMk/>
          <pc:sldMk cId="275747591" sldId="258"/>
        </pc:sldMkLst>
        <pc:spChg chg="mod">
          <ac:chgData name="Sanny Light" userId="fdfd819338176e8d" providerId="LiveId" clId="{EDEF6B0C-6325-40E0-8F90-19A1C15E9B0E}" dt="2026-02-02T07:40:19.973" v="202"/>
          <ac:spMkLst>
            <pc:docMk/>
            <pc:sldMk cId="275747591" sldId="258"/>
            <ac:spMk id="2" creationId="{2B997124-89B6-054F-AE79-A9E097F31AFA}"/>
          </ac:spMkLst>
        </pc:spChg>
        <pc:spChg chg="mod">
          <ac:chgData name="Sanny Light" userId="fdfd819338176e8d" providerId="LiveId" clId="{EDEF6B0C-6325-40E0-8F90-19A1C15E9B0E}" dt="2026-02-02T07:40:19.973" v="202"/>
          <ac:spMkLst>
            <pc:docMk/>
            <pc:sldMk cId="275747591" sldId="258"/>
            <ac:spMk id="3" creationId="{7B0372D7-110F-8E23-DDAC-02FEC25891F2}"/>
          </ac:spMkLst>
        </pc:spChg>
      </pc:sldChg>
      <pc:sldChg chg="modSp modTransition">
        <pc:chgData name="Sanny Light" userId="fdfd819338176e8d" providerId="LiveId" clId="{EDEF6B0C-6325-40E0-8F90-19A1C15E9B0E}" dt="2026-02-02T07:40:19.973" v="202"/>
        <pc:sldMkLst>
          <pc:docMk/>
          <pc:sldMk cId="3165360694" sldId="259"/>
        </pc:sldMkLst>
        <pc:spChg chg="mod">
          <ac:chgData name="Sanny Light" userId="fdfd819338176e8d" providerId="LiveId" clId="{EDEF6B0C-6325-40E0-8F90-19A1C15E9B0E}" dt="2026-02-02T07:40:19.973" v="202"/>
          <ac:spMkLst>
            <pc:docMk/>
            <pc:sldMk cId="3165360694" sldId="259"/>
            <ac:spMk id="2" creationId="{E4E1797B-241F-E5A9-BA81-EC40DE37E871}"/>
          </ac:spMkLst>
        </pc:spChg>
        <pc:spChg chg="mod">
          <ac:chgData name="Sanny Light" userId="fdfd819338176e8d" providerId="LiveId" clId="{EDEF6B0C-6325-40E0-8F90-19A1C15E9B0E}" dt="2026-02-02T07:40:19.973" v="202"/>
          <ac:spMkLst>
            <pc:docMk/>
            <pc:sldMk cId="3165360694" sldId="259"/>
            <ac:spMk id="3" creationId="{6439F982-FD38-60D9-782B-F90FCE54B651}"/>
          </ac:spMkLst>
        </pc:spChg>
      </pc:sldChg>
      <pc:sldChg chg="modSp modTransition">
        <pc:chgData name="Sanny Light" userId="fdfd819338176e8d" providerId="LiveId" clId="{EDEF6B0C-6325-40E0-8F90-19A1C15E9B0E}" dt="2026-02-02T07:40:19.973" v="202"/>
        <pc:sldMkLst>
          <pc:docMk/>
          <pc:sldMk cId="2183534885" sldId="260"/>
        </pc:sldMkLst>
        <pc:spChg chg="mod">
          <ac:chgData name="Sanny Light" userId="fdfd819338176e8d" providerId="LiveId" clId="{EDEF6B0C-6325-40E0-8F90-19A1C15E9B0E}" dt="2026-02-02T07:40:19.973" v="202"/>
          <ac:spMkLst>
            <pc:docMk/>
            <pc:sldMk cId="2183534885" sldId="260"/>
            <ac:spMk id="2" creationId="{D42FC7B8-EE16-1E40-EEE6-A95898AE999C}"/>
          </ac:spMkLst>
        </pc:spChg>
      </pc:sldChg>
      <pc:sldChg chg="modSp modTransition">
        <pc:chgData name="Sanny Light" userId="fdfd819338176e8d" providerId="LiveId" clId="{EDEF6B0C-6325-40E0-8F90-19A1C15E9B0E}" dt="2026-02-02T07:40:19.973" v="202"/>
        <pc:sldMkLst>
          <pc:docMk/>
          <pc:sldMk cId="1761947678" sldId="261"/>
        </pc:sldMkLst>
        <pc:spChg chg="mod">
          <ac:chgData name="Sanny Light" userId="fdfd819338176e8d" providerId="LiveId" clId="{EDEF6B0C-6325-40E0-8F90-19A1C15E9B0E}" dt="2026-02-02T07:40:19.973" v="202"/>
          <ac:spMkLst>
            <pc:docMk/>
            <pc:sldMk cId="1761947678" sldId="261"/>
            <ac:spMk id="2" creationId="{9F005048-47DE-57AD-9926-A2B205CCBB30}"/>
          </ac:spMkLst>
        </pc:spChg>
      </pc:sldChg>
      <pc:sldChg chg="modSp modTransition">
        <pc:chgData name="Sanny Light" userId="fdfd819338176e8d" providerId="LiveId" clId="{EDEF6B0C-6325-40E0-8F90-19A1C15E9B0E}" dt="2026-02-02T07:40:19.973" v="202"/>
        <pc:sldMkLst>
          <pc:docMk/>
          <pc:sldMk cId="4239610807" sldId="262"/>
        </pc:sldMkLst>
        <pc:spChg chg="mod">
          <ac:chgData name="Sanny Light" userId="fdfd819338176e8d" providerId="LiveId" clId="{EDEF6B0C-6325-40E0-8F90-19A1C15E9B0E}" dt="2026-02-02T07:40:19.973" v="202"/>
          <ac:spMkLst>
            <pc:docMk/>
            <pc:sldMk cId="4239610807" sldId="262"/>
            <ac:spMk id="2" creationId="{A05952D3-3D38-8A38-2CA0-06081C88B4C2}"/>
          </ac:spMkLst>
        </pc:spChg>
      </pc:sldChg>
      <pc:sldChg chg="modSp modTransition">
        <pc:chgData name="Sanny Light" userId="fdfd819338176e8d" providerId="LiveId" clId="{EDEF6B0C-6325-40E0-8F90-19A1C15E9B0E}" dt="2026-02-02T07:40:19.973" v="202"/>
        <pc:sldMkLst>
          <pc:docMk/>
          <pc:sldMk cId="3422204850" sldId="263"/>
        </pc:sldMkLst>
        <pc:spChg chg="mod">
          <ac:chgData name="Sanny Light" userId="fdfd819338176e8d" providerId="LiveId" clId="{EDEF6B0C-6325-40E0-8F90-19A1C15E9B0E}" dt="2026-02-02T07:40:19.973" v="202"/>
          <ac:spMkLst>
            <pc:docMk/>
            <pc:sldMk cId="3422204850" sldId="263"/>
            <ac:spMk id="2" creationId="{E078E0CB-3DF8-BD61-1384-D384BC66B5F2}"/>
          </ac:spMkLst>
        </pc:spChg>
      </pc:sldChg>
      <pc:sldChg chg="modSp modTransition">
        <pc:chgData name="Sanny Light" userId="fdfd819338176e8d" providerId="LiveId" clId="{EDEF6B0C-6325-40E0-8F90-19A1C15E9B0E}" dt="2026-02-02T07:40:19.973" v="202"/>
        <pc:sldMkLst>
          <pc:docMk/>
          <pc:sldMk cId="4070868422" sldId="264"/>
        </pc:sldMkLst>
        <pc:spChg chg="mod">
          <ac:chgData name="Sanny Light" userId="fdfd819338176e8d" providerId="LiveId" clId="{EDEF6B0C-6325-40E0-8F90-19A1C15E9B0E}" dt="2026-02-02T07:40:19.973" v="202"/>
          <ac:spMkLst>
            <pc:docMk/>
            <pc:sldMk cId="4070868422" sldId="264"/>
            <ac:spMk id="2" creationId="{80009073-058B-56D0-601C-0DD22870B80A}"/>
          </ac:spMkLst>
        </pc:spChg>
        <pc:spChg chg="mod">
          <ac:chgData name="Sanny Light" userId="fdfd819338176e8d" providerId="LiveId" clId="{EDEF6B0C-6325-40E0-8F90-19A1C15E9B0E}" dt="2026-02-02T07:40:19.973" v="202"/>
          <ac:spMkLst>
            <pc:docMk/>
            <pc:sldMk cId="4070868422" sldId="264"/>
            <ac:spMk id="3" creationId="{E8FF29A6-06A6-034D-A14B-80374EFEA0B2}"/>
          </ac:spMkLst>
        </pc:spChg>
      </pc:sldChg>
      <pc:sldChg chg="modSp modTransition">
        <pc:chgData name="Sanny Light" userId="fdfd819338176e8d" providerId="LiveId" clId="{EDEF6B0C-6325-40E0-8F90-19A1C15E9B0E}" dt="2026-02-02T07:40:19.973" v="202"/>
        <pc:sldMkLst>
          <pc:docMk/>
          <pc:sldMk cId="511144237" sldId="265"/>
        </pc:sldMkLst>
        <pc:spChg chg="mod">
          <ac:chgData name="Sanny Light" userId="fdfd819338176e8d" providerId="LiveId" clId="{EDEF6B0C-6325-40E0-8F90-19A1C15E9B0E}" dt="2026-02-02T07:40:19.973" v="202"/>
          <ac:spMkLst>
            <pc:docMk/>
            <pc:sldMk cId="511144237" sldId="265"/>
            <ac:spMk id="2" creationId="{1C1C45EC-C5E2-EE4B-195D-F12A58DD7878}"/>
          </ac:spMkLst>
        </pc:spChg>
        <pc:spChg chg="mod">
          <ac:chgData name="Sanny Light" userId="fdfd819338176e8d" providerId="LiveId" clId="{EDEF6B0C-6325-40E0-8F90-19A1C15E9B0E}" dt="2026-02-02T07:40:19.973" v="202"/>
          <ac:spMkLst>
            <pc:docMk/>
            <pc:sldMk cId="511144237" sldId="265"/>
            <ac:spMk id="3" creationId="{82061472-F32F-16FE-53F5-984E023107DA}"/>
          </ac:spMkLst>
        </pc:spChg>
      </pc:sldChg>
      <pc:sldChg chg="addSp delSp modSp new mod modTransition">
        <pc:chgData name="Sanny Light" userId="fdfd819338176e8d" providerId="LiveId" clId="{EDEF6B0C-6325-40E0-8F90-19A1C15E9B0E}" dt="2026-02-02T07:40:19.973" v="202"/>
        <pc:sldMkLst>
          <pc:docMk/>
          <pc:sldMk cId="3156695234" sldId="266"/>
        </pc:sldMkLst>
        <pc:spChg chg="mod">
          <ac:chgData name="Sanny Light" userId="fdfd819338176e8d" providerId="LiveId" clId="{EDEF6B0C-6325-40E0-8F90-19A1C15E9B0E}" dt="2026-02-02T07:40:19.973" v="202"/>
          <ac:spMkLst>
            <pc:docMk/>
            <pc:sldMk cId="3156695234" sldId="266"/>
            <ac:spMk id="2" creationId="{14D3D84B-DA6F-3DFC-1612-CE3C66FB6813}"/>
          </ac:spMkLst>
        </pc:spChg>
        <pc:spChg chg="del">
          <ac:chgData name="Sanny Light" userId="fdfd819338176e8d" providerId="LiveId" clId="{EDEF6B0C-6325-40E0-8F90-19A1C15E9B0E}" dt="2026-02-02T06:57:07.570" v="23" actId="931"/>
          <ac:spMkLst>
            <pc:docMk/>
            <pc:sldMk cId="3156695234" sldId="266"/>
            <ac:spMk id="3" creationId="{8FCF4170-AC95-21FA-FEE0-80FA99A5F6EF}"/>
          </ac:spMkLst>
        </pc:spChg>
        <pc:picChg chg="add mod">
          <ac:chgData name="Sanny Light" userId="fdfd819338176e8d" providerId="LiveId" clId="{EDEF6B0C-6325-40E0-8F90-19A1C15E9B0E}" dt="2026-02-02T07:40:19.973" v="202"/>
          <ac:picMkLst>
            <pc:docMk/>
            <pc:sldMk cId="3156695234" sldId="266"/>
            <ac:picMk id="5" creationId="{E99E0A2D-BC15-6C9E-0F01-30B8D58F41EA}"/>
          </ac:picMkLst>
        </pc:picChg>
      </pc:sldChg>
      <pc:sldChg chg="addSp delSp modSp new mod modTransition">
        <pc:chgData name="Sanny Light" userId="fdfd819338176e8d" providerId="LiveId" clId="{EDEF6B0C-6325-40E0-8F90-19A1C15E9B0E}" dt="2026-02-02T07:40:19.973" v="202"/>
        <pc:sldMkLst>
          <pc:docMk/>
          <pc:sldMk cId="2397479740" sldId="267"/>
        </pc:sldMkLst>
        <pc:spChg chg="mod">
          <ac:chgData name="Sanny Light" userId="fdfd819338176e8d" providerId="LiveId" clId="{EDEF6B0C-6325-40E0-8F90-19A1C15E9B0E}" dt="2026-02-02T07:40:19.973" v="202"/>
          <ac:spMkLst>
            <pc:docMk/>
            <pc:sldMk cId="2397479740" sldId="267"/>
            <ac:spMk id="2" creationId="{43096BBC-0BAF-CCA2-20E3-E13B76978916}"/>
          </ac:spMkLst>
        </pc:spChg>
        <pc:spChg chg="del">
          <ac:chgData name="Sanny Light" userId="fdfd819338176e8d" providerId="LiveId" clId="{EDEF6B0C-6325-40E0-8F90-19A1C15E9B0E}" dt="2026-02-02T06:58:33.530" v="50" actId="931"/>
          <ac:spMkLst>
            <pc:docMk/>
            <pc:sldMk cId="2397479740" sldId="267"/>
            <ac:spMk id="3" creationId="{FDCA8D7F-1A4E-3910-3E1B-2464FFB418ED}"/>
          </ac:spMkLst>
        </pc:spChg>
        <pc:picChg chg="add mod">
          <ac:chgData name="Sanny Light" userId="fdfd819338176e8d" providerId="LiveId" clId="{EDEF6B0C-6325-40E0-8F90-19A1C15E9B0E}" dt="2026-02-02T06:58:40.103" v="52" actId="14100"/>
          <ac:picMkLst>
            <pc:docMk/>
            <pc:sldMk cId="2397479740" sldId="267"/>
            <ac:picMk id="5" creationId="{C4CE492D-4DB8-7EBF-3E18-6C2567D68DAE}"/>
          </ac:picMkLst>
        </pc:picChg>
      </pc:sldChg>
      <pc:sldChg chg="addSp delSp modSp new mod modTransition">
        <pc:chgData name="Sanny Light" userId="fdfd819338176e8d" providerId="LiveId" clId="{EDEF6B0C-6325-40E0-8F90-19A1C15E9B0E}" dt="2026-02-02T07:40:19.973" v="202"/>
        <pc:sldMkLst>
          <pc:docMk/>
          <pc:sldMk cId="242048827" sldId="268"/>
        </pc:sldMkLst>
        <pc:spChg chg="mod">
          <ac:chgData name="Sanny Light" userId="fdfd819338176e8d" providerId="LiveId" clId="{EDEF6B0C-6325-40E0-8F90-19A1C15E9B0E}" dt="2026-02-02T07:40:19.973" v="202"/>
          <ac:spMkLst>
            <pc:docMk/>
            <pc:sldMk cId="242048827" sldId="268"/>
            <ac:spMk id="2" creationId="{2FC18645-9995-88D5-77EE-D09F6C87F3F3}"/>
          </ac:spMkLst>
        </pc:spChg>
        <pc:spChg chg="del">
          <ac:chgData name="Sanny Light" userId="fdfd819338176e8d" providerId="LiveId" clId="{EDEF6B0C-6325-40E0-8F90-19A1C15E9B0E}" dt="2026-02-02T07:00:00.524" v="69" actId="931"/>
          <ac:spMkLst>
            <pc:docMk/>
            <pc:sldMk cId="242048827" sldId="268"/>
            <ac:spMk id="3" creationId="{7FF78FDA-E92B-304B-8D85-03FB63776450}"/>
          </ac:spMkLst>
        </pc:spChg>
        <pc:picChg chg="add mod">
          <ac:chgData name="Sanny Light" userId="fdfd819338176e8d" providerId="LiveId" clId="{EDEF6B0C-6325-40E0-8F90-19A1C15E9B0E}" dt="2026-02-02T07:00:06.773" v="71" actId="14100"/>
          <ac:picMkLst>
            <pc:docMk/>
            <pc:sldMk cId="242048827" sldId="268"/>
            <ac:picMk id="5" creationId="{EF870B8B-8193-71D4-BCE3-08F9923DFED9}"/>
          </ac:picMkLst>
        </pc:picChg>
      </pc:sldChg>
      <pc:sldChg chg="modSp new mod modTransition">
        <pc:chgData name="Sanny Light" userId="fdfd819338176e8d" providerId="LiveId" clId="{EDEF6B0C-6325-40E0-8F90-19A1C15E9B0E}" dt="2026-02-02T07:40:19.973" v="202"/>
        <pc:sldMkLst>
          <pc:docMk/>
          <pc:sldMk cId="1909167001" sldId="269"/>
        </pc:sldMkLst>
        <pc:spChg chg="mod">
          <ac:chgData name="Sanny Light" userId="fdfd819338176e8d" providerId="LiveId" clId="{EDEF6B0C-6325-40E0-8F90-19A1C15E9B0E}" dt="2026-02-02T07:00:34.898" v="92" actId="2711"/>
          <ac:spMkLst>
            <pc:docMk/>
            <pc:sldMk cId="1909167001" sldId="269"/>
            <ac:spMk id="2" creationId="{D46EABA7-9B9D-6E33-4052-516AE8184CAB}"/>
          </ac:spMkLst>
        </pc:spChg>
        <pc:spChg chg="mod">
          <ac:chgData name="Sanny Light" userId="fdfd819338176e8d" providerId="LiveId" clId="{EDEF6B0C-6325-40E0-8F90-19A1C15E9B0E}" dt="2026-02-02T07:40:19.973" v="202"/>
          <ac:spMkLst>
            <pc:docMk/>
            <pc:sldMk cId="1909167001" sldId="269"/>
            <ac:spMk id="3" creationId="{707D7391-ED02-637E-46F1-C6C47B0CC951}"/>
          </ac:spMkLst>
        </pc:spChg>
      </pc:sldChg>
      <pc:sldChg chg="delSp modSp new mod">
        <pc:chgData name="Sanny Light" userId="fdfd819338176e8d" providerId="LiveId" clId="{EDEF6B0C-6325-40E0-8F90-19A1C15E9B0E}" dt="2026-02-02T07:40:19.973" v="202"/>
        <pc:sldMkLst>
          <pc:docMk/>
          <pc:sldMk cId="3221125059" sldId="270"/>
        </pc:sldMkLst>
        <pc:spChg chg="del mod">
          <ac:chgData name="Sanny Light" userId="fdfd819338176e8d" providerId="LiveId" clId="{EDEF6B0C-6325-40E0-8F90-19A1C15E9B0E}" dt="2026-02-02T07:16:03.083" v="167" actId="478"/>
          <ac:spMkLst>
            <pc:docMk/>
            <pc:sldMk cId="3221125059" sldId="270"/>
            <ac:spMk id="2" creationId="{4B0428A3-5F7D-0157-A12A-C6DF6030B5D4}"/>
          </ac:spMkLst>
        </pc:spChg>
        <pc:spChg chg="mod">
          <ac:chgData name="Sanny Light" userId="fdfd819338176e8d" providerId="LiveId" clId="{EDEF6B0C-6325-40E0-8F90-19A1C15E9B0E}" dt="2026-02-02T07:40:19.973" v="202"/>
          <ac:spMkLst>
            <pc:docMk/>
            <pc:sldMk cId="3221125059" sldId="270"/>
            <ac:spMk id="3" creationId="{9AF98992-3ED2-6B4F-A582-24FE4822F854}"/>
          </ac:spMkLst>
        </pc:spChg>
      </pc:sldChg>
      <pc:sldMasterChg chg="modTransition modSldLayout">
        <pc:chgData name="Sanny Light" userId="fdfd819338176e8d" providerId="LiveId" clId="{EDEF6B0C-6325-40E0-8F90-19A1C15E9B0E}" dt="2026-02-02T07:15:50.453" v="164"/>
        <pc:sldMasterMkLst>
          <pc:docMk/>
          <pc:sldMasterMk cId="2397767794" sldId="2147483648"/>
        </pc:sldMasterMkLst>
        <pc:sldLayoutChg chg="modTransition">
          <pc:chgData name="Sanny Light" userId="fdfd819338176e8d" providerId="LiveId" clId="{EDEF6B0C-6325-40E0-8F90-19A1C15E9B0E}" dt="2026-02-02T07:15:50.453" v="164"/>
          <pc:sldLayoutMkLst>
            <pc:docMk/>
            <pc:sldMasterMk cId="2397767794" sldId="2147483648"/>
            <pc:sldLayoutMk cId="3560605657" sldId="2147483649"/>
          </pc:sldLayoutMkLst>
        </pc:sldLayoutChg>
        <pc:sldLayoutChg chg="modTransition">
          <pc:chgData name="Sanny Light" userId="fdfd819338176e8d" providerId="LiveId" clId="{EDEF6B0C-6325-40E0-8F90-19A1C15E9B0E}" dt="2026-02-02T07:15:50.453" v="164"/>
          <pc:sldLayoutMkLst>
            <pc:docMk/>
            <pc:sldMasterMk cId="2397767794" sldId="2147483648"/>
            <pc:sldLayoutMk cId="1244835104" sldId="2147483650"/>
          </pc:sldLayoutMkLst>
        </pc:sldLayoutChg>
        <pc:sldLayoutChg chg="modTransition">
          <pc:chgData name="Sanny Light" userId="fdfd819338176e8d" providerId="LiveId" clId="{EDEF6B0C-6325-40E0-8F90-19A1C15E9B0E}" dt="2026-02-02T07:15:50.453" v="164"/>
          <pc:sldLayoutMkLst>
            <pc:docMk/>
            <pc:sldMasterMk cId="2397767794" sldId="2147483648"/>
            <pc:sldLayoutMk cId="84576133" sldId="2147483651"/>
          </pc:sldLayoutMkLst>
        </pc:sldLayoutChg>
        <pc:sldLayoutChg chg="modTransition">
          <pc:chgData name="Sanny Light" userId="fdfd819338176e8d" providerId="LiveId" clId="{EDEF6B0C-6325-40E0-8F90-19A1C15E9B0E}" dt="2026-02-02T07:15:50.453" v="164"/>
          <pc:sldLayoutMkLst>
            <pc:docMk/>
            <pc:sldMasterMk cId="2397767794" sldId="2147483648"/>
            <pc:sldLayoutMk cId="3849229697" sldId="2147483652"/>
          </pc:sldLayoutMkLst>
        </pc:sldLayoutChg>
        <pc:sldLayoutChg chg="modTransition">
          <pc:chgData name="Sanny Light" userId="fdfd819338176e8d" providerId="LiveId" clId="{EDEF6B0C-6325-40E0-8F90-19A1C15E9B0E}" dt="2026-02-02T07:15:50.453" v="164"/>
          <pc:sldLayoutMkLst>
            <pc:docMk/>
            <pc:sldMasterMk cId="2397767794" sldId="2147483648"/>
            <pc:sldLayoutMk cId="632382264" sldId="2147483653"/>
          </pc:sldLayoutMkLst>
        </pc:sldLayoutChg>
        <pc:sldLayoutChg chg="modTransition">
          <pc:chgData name="Sanny Light" userId="fdfd819338176e8d" providerId="LiveId" clId="{EDEF6B0C-6325-40E0-8F90-19A1C15E9B0E}" dt="2026-02-02T07:15:50.453" v="164"/>
          <pc:sldLayoutMkLst>
            <pc:docMk/>
            <pc:sldMasterMk cId="2397767794" sldId="2147483648"/>
            <pc:sldLayoutMk cId="1320505721" sldId="2147483654"/>
          </pc:sldLayoutMkLst>
        </pc:sldLayoutChg>
        <pc:sldLayoutChg chg="modTransition">
          <pc:chgData name="Sanny Light" userId="fdfd819338176e8d" providerId="LiveId" clId="{EDEF6B0C-6325-40E0-8F90-19A1C15E9B0E}" dt="2026-02-02T07:15:50.453" v="164"/>
          <pc:sldLayoutMkLst>
            <pc:docMk/>
            <pc:sldMasterMk cId="2397767794" sldId="2147483648"/>
            <pc:sldLayoutMk cId="1763135682" sldId="2147483655"/>
          </pc:sldLayoutMkLst>
        </pc:sldLayoutChg>
        <pc:sldLayoutChg chg="modTransition">
          <pc:chgData name="Sanny Light" userId="fdfd819338176e8d" providerId="LiveId" clId="{EDEF6B0C-6325-40E0-8F90-19A1C15E9B0E}" dt="2026-02-02T07:15:50.453" v="164"/>
          <pc:sldLayoutMkLst>
            <pc:docMk/>
            <pc:sldMasterMk cId="2397767794" sldId="2147483648"/>
            <pc:sldLayoutMk cId="1224521691" sldId="2147483656"/>
          </pc:sldLayoutMkLst>
        </pc:sldLayoutChg>
        <pc:sldLayoutChg chg="modTransition">
          <pc:chgData name="Sanny Light" userId="fdfd819338176e8d" providerId="LiveId" clId="{EDEF6B0C-6325-40E0-8F90-19A1C15E9B0E}" dt="2026-02-02T07:15:50.453" v="164"/>
          <pc:sldLayoutMkLst>
            <pc:docMk/>
            <pc:sldMasterMk cId="2397767794" sldId="2147483648"/>
            <pc:sldLayoutMk cId="2396289867" sldId="2147483657"/>
          </pc:sldLayoutMkLst>
        </pc:sldLayoutChg>
        <pc:sldLayoutChg chg="modTransition">
          <pc:chgData name="Sanny Light" userId="fdfd819338176e8d" providerId="LiveId" clId="{EDEF6B0C-6325-40E0-8F90-19A1C15E9B0E}" dt="2026-02-02T07:15:50.453" v="164"/>
          <pc:sldLayoutMkLst>
            <pc:docMk/>
            <pc:sldMasterMk cId="2397767794" sldId="2147483648"/>
            <pc:sldLayoutMk cId="341451245" sldId="2147483658"/>
          </pc:sldLayoutMkLst>
        </pc:sldLayoutChg>
        <pc:sldLayoutChg chg="modTransition">
          <pc:chgData name="Sanny Light" userId="fdfd819338176e8d" providerId="LiveId" clId="{EDEF6B0C-6325-40E0-8F90-19A1C15E9B0E}" dt="2026-02-02T07:15:50.453" v="164"/>
          <pc:sldLayoutMkLst>
            <pc:docMk/>
            <pc:sldMasterMk cId="2397767794" sldId="2147483648"/>
            <pc:sldLayoutMk cId="1631980477" sldId="2147483659"/>
          </pc:sldLayoutMkLst>
        </pc:sldLayoutChg>
      </pc:sldMasterChg>
      <pc:sldMasterChg chg="modTransition modSldLayout">
        <pc:chgData name="Sanny Light" userId="fdfd819338176e8d" providerId="LiveId" clId="{EDEF6B0C-6325-40E0-8F90-19A1C15E9B0E}" dt="2026-02-02T07:40:03.036" v="198"/>
        <pc:sldMasterMkLst>
          <pc:docMk/>
          <pc:sldMasterMk cId="3545578472" sldId="2147483660"/>
        </pc:sldMasterMkLst>
        <pc:sldLayoutChg chg="modTransition">
          <pc:chgData name="Sanny Light" userId="fdfd819338176e8d" providerId="LiveId" clId="{EDEF6B0C-6325-40E0-8F90-19A1C15E9B0E}" dt="2026-02-02T07:40:03.036" v="198"/>
          <pc:sldLayoutMkLst>
            <pc:docMk/>
            <pc:sldMasterMk cId="3545578472" sldId="2147483660"/>
            <pc:sldLayoutMk cId="1788769156" sldId="2147483661"/>
          </pc:sldLayoutMkLst>
        </pc:sldLayoutChg>
        <pc:sldLayoutChg chg="modTransition">
          <pc:chgData name="Sanny Light" userId="fdfd819338176e8d" providerId="LiveId" clId="{EDEF6B0C-6325-40E0-8F90-19A1C15E9B0E}" dt="2026-02-02T07:40:03.036" v="198"/>
          <pc:sldLayoutMkLst>
            <pc:docMk/>
            <pc:sldMasterMk cId="3545578472" sldId="2147483660"/>
            <pc:sldLayoutMk cId="1119366719" sldId="2147483662"/>
          </pc:sldLayoutMkLst>
        </pc:sldLayoutChg>
        <pc:sldLayoutChg chg="modTransition">
          <pc:chgData name="Sanny Light" userId="fdfd819338176e8d" providerId="LiveId" clId="{EDEF6B0C-6325-40E0-8F90-19A1C15E9B0E}" dt="2026-02-02T07:40:03.036" v="198"/>
          <pc:sldLayoutMkLst>
            <pc:docMk/>
            <pc:sldMasterMk cId="3545578472" sldId="2147483660"/>
            <pc:sldLayoutMk cId="373365052" sldId="2147483663"/>
          </pc:sldLayoutMkLst>
        </pc:sldLayoutChg>
        <pc:sldLayoutChg chg="modTransition">
          <pc:chgData name="Sanny Light" userId="fdfd819338176e8d" providerId="LiveId" clId="{EDEF6B0C-6325-40E0-8F90-19A1C15E9B0E}" dt="2026-02-02T07:40:03.036" v="198"/>
          <pc:sldLayoutMkLst>
            <pc:docMk/>
            <pc:sldMasterMk cId="3545578472" sldId="2147483660"/>
            <pc:sldLayoutMk cId="930886903" sldId="2147483664"/>
          </pc:sldLayoutMkLst>
        </pc:sldLayoutChg>
        <pc:sldLayoutChg chg="modTransition">
          <pc:chgData name="Sanny Light" userId="fdfd819338176e8d" providerId="LiveId" clId="{EDEF6B0C-6325-40E0-8F90-19A1C15E9B0E}" dt="2026-02-02T07:40:03.036" v="198"/>
          <pc:sldLayoutMkLst>
            <pc:docMk/>
            <pc:sldMasterMk cId="3545578472" sldId="2147483660"/>
            <pc:sldLayoutMk cId="1578741881" sldId="2147483665"/>
          </pc:sldLayoutMkLst>
        </pc:sldLayoutChg>
        <pc:sldLayoutChg chg="modTransition">
          <pc:chgData name="Sanny Light" userId="fdfd819338176e8d" providerId="LiveId" clId="{EDEF6B0C-6325-40E0-8F90-19A1C15E9B0E}" dt="2026-02-02T07:40:03.036" v="198"/>
          <pc:sldLayoutMkLst>
            <pc:docMk/>
            <pc:sldMasterMk cId="3545578472" sldId="2147483660"/>
            <pc:sldLayoutMk cId="2808557908" sldId="2147483666"/>
          </pc:sldLayoutMkLst>
        </pc:sldLayoutChg>
        <pc:sldLayoutChg chg="modTransition">
          <pc:chgData name="Sanny Light" userId="fdfd819338176e8d" providerId="LiveId" clId="{EDEF6B0C-6325-40E0-8F90-19A1C15E9B0E}" dt="2026-02-02T07:40:03.036" v="198"/>
          <pc:sldLayoutMkLst>
            <pc:docMk/>
            <pc:sldMasterMk cId="3545578472" sldId="2147483660"/>
            <pc:sldLayoutMk cId="677097990" sldId="2147483667"/>
          </pc:sldLayoutMkLst>
        </pc:sldLayoutChg>
        <pc:sldLayoutChg chg="modTransition">
          <pc:chgData name="Sanny Light" userId="fdfd819338176e8d" providerId="LiveId" clId="{EDEF6B0C-6325-40E0-8F90-19A1C15E9B0E}" dt="2026-02-02T07:40:03.036" v="198"/>
          <pc:sldLayoutMkLst>
            <pc:docMk/>
            <pc:sldMasterMk cId="3545578472" sldId="2147483660"/>
            <pc:sldLayoutMk cId="3981622359" sldId="2147483668"/>
          </pc:sldLayoutMkLst>
        </pc:sldLayoutChg>
        <pc:sldLayoutChg chg="modTransition">
          <pc:chgData name="Sanny Light" userId="fdfd819338176e8d" providerId="LiveId" clId="{EDEF6B0C-6325-40E0-8F90-19A1C15E9B0E}" dt="2026-02-02T07:40:03.036" v="198"/>
          <pc:sldLayoutMkLst>
            <pc:docMk/>
            <pc:sldMasterMk cId="3545578472" sldId="2147483660"/>
            <pc:sldLayoutMk cId="698980094" sldId="2147483669"/>
          </pc:sldLayoutMkLst>
        </pc:sldLayoutChg>
        <pc:sldLayoutChg chg="modTransition">
          <pc:chgData name="Sanny Light" userId="fdfd819338176e8d" providerId="LiveId" clId="{EDEF6B0C-6325-40E0-8F90-19A1C15E9B0E}" dt="2026-02-02T07:40:03.036" v="198"/>
          <pc:sldLayoutMkLst>
            <pc:docMk/>
            <pc:sldMasterMk cId="3545578472" sldId="2147483660"/>
            <pc:sldLayoutMk cId="454416435" sldId="2147483676"/>
          </pc:sldLayoutMkLst>
        </pc:sldLayoutChg>
        <pc:sldLayoutChg chg="modTransition">
          <pc:chgData name="Sanny Light" userId="fdfd819338176e8d" providerId="LiveId" clId="{EDEF6B0C-6325-40E0-8F90-19A1C15E9B0E}" dt="2026-02-02T07:40:03.036" v="198"/>
          <pc:sldLayoutMkLst>
            <pc:docMk/>
            <pc:sldMasterMk cId="3545578472" sldId="2147483660"/>
            <pc:sldLayoutMk cId="1239272169" sldId="2147483677"/>
          </pc:sldLayoutMkLst>
        </pc:sldLayoutChg>
      </pc:sldMasterChg>
      <pc:sldMasterChg chg="modTransition modSldLayout">
        <pc:chgData name="Sanny Light" userId="fdfd819338176e8d" providerId="LiveId" clId="{EDEF6B0C-6325-40E0-8F90-19A1C15E9B0E}" dt="2026-02-02T07:40:13.606" v="200"/>
        <pc:sldMasterMkLst>
          <pc:docMk/>
          <pc:sldMasterMk cId="3800381108" sldId="2147483678"/>
        </pc:sldMasterMkLst>
        <pc:sldLayoutChg chg="modTransition">
          <pc:chgData name="Sanny Light" userId="fdfd819338176e8d" providerId="LiveId" clId="{EDEF6B0C-6325-40E0-8F90-19A1C15E9B0E}" dt="2026-02-02T07:40:13.606" v="200"/>
          <pc:sldLayoutMkLst>
            <pc:docMk/>
            <pc:sldMasterMk cId="3800381108" sldId="2147483678"/>
            <pc:sldLayoutMk cId="2113022449" sldId="2147483679"/>
          </pc:sldLayoutMkLst>
        </pc:sldLayoutChg>
        <pc:sldLayoutChg chg="modTransition">
          <pc:chgData name="Sanny Light" userId="fdfd819338176e8d" providerId="LiveId" clId="{EDEF6B0C-6325-40E0-8F90-19A1C15E9B0E}" dt="2026-02-02T07:40:13.606" v="200"/>
          <pc:sldLayoutMkLst>
            <pc:docMk/>
            <pc:sldMasterMk cId="3800381108" sldId="2147483678"/>
            <pc:sldLayoutMk cId="2816410210" sldId="2147483680"/>
          </pc:sldLayoutMkLst>
        </pc:sldLayoutChg>
        <pc:sldLayoutChg chg="modTransition">
          <pc:chgData name="Sanny Light" userId="fdfd819338176e8d" providerId="LiveId" clId="{EDEF6B0C-6325-40E0-8F90-19A1C15E9B0E}" dt="2026-02-02T07:40:13.606" v="200"/>
          <pc:sldLayoutMkLst>
            <pc:docMk/>
            <pc:sldMasterMk cId="3800381108" sldId="2147483678"/>
            <pc:sldLayoutMk cId="3883271024" sldId="2147483681"/>
          </pc:sldLayoutMkLst>
        </pc:sldLayoutChg>
        <pc:sldLayoutChg chg="modTransition">
          <pc:chgData name="Sanny Light" userId="fdfd819338176e8d" providerId="LiveId" clId="{EDEF6B0C-6325-40E0-8F90-19A1C15E9B0E}" dt="2026-02-02T07:40:13.606" v="200"/>
          <pc:sldLayoutMkLst>
            <pc:docMk/>
            <pc:sldMasterMk cId="3800381108" sldId="2147483678"/>
            <pc:sldLayoutMk cId="847302266" sldId="2147483682"/>
          </pc:sldLayoutMkLst>
        </pc:sldLayoutChg>
        <pc:sldLayoutChg chg="modTransition">
          <pc:chgData name="Sanny Light" userId="fdfd819338176e8d" providerId="LiveId" clId="{EDEF6B0C-6325-40E0-8F90-19A1C15E9B0E}" dt="2026-02-02T07:40:13.606" v="200"/>
          <pc:sldLayoutMkLst>
            <pc:docMk/>
            <pc:sldMasterMk cId="3800381108" sldId="2147483678"/>
            <pc:sldLayoutMk cId="1866609749" sldId="2147483683"/>
          </pc:sldLayoutMkLst>
        </pc:sldLayoutChg>
        <pc:sldLayoutChg chg="modTransition">
          <pc:chgData name="Sanny Light" userId="fdfd819338176e8d" providerId="LiveId" clId="{EDEF6B0C-6325-40E0-8F90-19A1C15E9B0E}" dt="2026-02-02T07:40:13.606" v="200"/>
          <pc:sldLayoutMkLst>
            <pc:docMk/>
            <pc:sldMasterMk cId="3800381108" sldId="2147483678"/>
            <pc:sldLayoutMk cId="1518701379" sldId="2147483684"/>
          </pc:sldLayoutMkLst>
        </pc:sldLayoutChg>
        <pc:sldLayoutChg chg="modTransition">
          <pc:chgData name="Sanny Light" userId="fdfd819338176e8d" providerId="LiveId" clId="{EDEF6B0C-6325-40E0-8F90-19A1C15E9B0E}" dt="2026-02-02T07:40:13.606" v="200"/>
          <pc:sldLayoutMkLst>
            <pc:docMk/>
            <pc:sldMasterMk cId="3800381108" sldId="2147483678"/>
            <pc:sldLayoutMk cId="1467882437" sldId="2147483685"/>
          </pc:sldLayoutMkLst>
        </pc:sldLayoutChg>
        <pc:sldLayoutChg chg="modTransition">
          <pc:chgData name="Sanny Light" userId="fdfd819338176e8d" providerId="LiveId" clId="{EDEF6B0C-6325-40E0-8F90-19A1C15E9B0E}" dt="2026-02-02T07:40:13.606" v="200"/>
          <pc:sldLayoutMkLst>
            <pc:docMk/>
            <pc:sldMasterMk cId="3800381108" sldId="2147483678"/>
            <pc:sldLayoutMk cId="468415423" sldId="2147483686"/>
          </pc:sldLayoutMkLst>
        </pc:sldLayoutChg>
        <pc:sldLayoutChg chg="modTransition">
          <pc:chgData name="Sanny Light" userId="fdfd819338176e8d" providerId="LiveId" clId="{EDEF6B0C-6325-40E0-8F90-19A1C15E9B0E}" dt="2026-02-02T07:40:13.606" v="200"/>
          <pc:sldLayoutMkLst>
            <pc:docMk/>
            <pc:sldMasterMk cId="3800381108" sldId="2147483678"/>
            <pc:sldLayoutMk cId="2439956123" sldId="2147483687"/>
          </pc:sldLayoutMkLst>
        </pc:sldLayoutChg>
        <pc:sldLayoutChg chg="modTransition">
          <pc:chgData name="Sanny Light" userId="fdfd819338176e8d" providerId="LiveId" clId="{EDEF6B0C-6325-40E0-8F90-19A1C15E9B0E}" dt="2026-02-02T07:40:13.606" v="200"/>
          <pc:sldLayoutMkLst>
            <pc:docMk/>
            <pc:sldMasterMk cId="3800381108" sldId="2147483678"/>
            <pc:sldLayoutMk cId="1674745817" sldId="2147483688"/>
          </pc:sldLayoutMkLst>
        </pc:sldLayoutChg>
        <pc:sldLayoutChg chg="modTransition">
          <pc:chgData name="Sanny Light" userId="fdfd819338176e8d" providerId="LiveId" clId="{EDEF6B0C-6325-40E0-8F90-19A1C15E9B0E}" dt="2026-02-02T07:40:13.606" v="200"/>
          <pc:sldLayoutMkLst>
            <pc:docMk/>
            <pc:sldMasterMk cId="3800381108" sldId="2147483678"/>
            <pc:sldLayoutMk cId="679564369" sldId="2147483689"/>
          </pc:sldLayoutMkLst>
        </pc:sldLayoutChg>
      </pc:sldMasterChg>
      <pc:sldMasterChg chg="modTransition modSldLayout">
        <pc:chgData name="Sanny Light" userId="fdfd819338176e8d" providerId="LiveId" clId="{EDEF6B0C-6325-40E0-8F90-19A1C15E9B0E}" dt="2026-02-02T07:40:19.973" v="202"/>
        <pc:sldMasterMkLst>
          <pc:docMk/>
          <pc:sldMasterMk cId="2318469474" sldId="2147483690"/>
        </pc:sldMasterMkLst>
        <pc:sldLayoutChg chg="modTransition">
          <pc:chgData name="Sanny Light" userId="fdfd819338176e8d" providerId="LiveId" clId="{EDEF6B0C-6325-40E0-8F90-19A1C15E9B0E}" dt="2026-02-02T07:40:19.973" v="202"/>
          <pc:sldLayoutMkLst>
            <pc:docMk/>
            <pc:sldMasterMk cId="2318469474" sldId="2147483690"/>
            <pc:sldLayoutMk cId="3424162321" sldId="2147483691"/>
          </pc:sldLayoutMkLst>
        </pc:sldLayoutChg>
        <pc:sldLayoutChg chg="modTransition">
          <pc:chgData name="Sanny Light" userId="fdfd819338176e8d" providerId="LiveId" clId="{EDEF6B0C-6325-40E0-8F90-19A1C15E9B0E}" dt="2026-02-02T07:40:19.973" v="202"/>
          <pc:sldLayoutMkLst>
            <pc:docMk/>
            <pc:sldMasterMk cId="2318469474" sldId="2147483690"/>
            <pc:sldLayoutMk cId="4178840685" sldId="2147483692"/>
          </pc:sldLayoutMkLst>
        </pc:sldLayoutChg>
        <pc:sldLayoutChg chg="modTransition">
          <pc:chgData name="Sanny Light" userId="fdfd819338176e8d" providerId="LiveId" clId="{EDEF6B0C-6325-40E0-8F90-19A1C15E9B0E}" dt="2026-02-02T07:40:19.973" v="202"/>
          <pc:sldLayoutMkLst>
            <pc:docMk/>
            <pc:sldMasterMk cId="2318469474" sldId="2147483690"/>
            <pc:sldLayoutMk cId="1655367784" sldId="2147483693"/>
          </pc:sldLayoutMkLst>
        </pc:sldLayoutChg>
        <pc:sldLayoutChg chg="modTransition">
          <pc:chgData name="Sanny Light" userId="fdfd819338176e8d" providerId="LiveId" clId="{EDEF6B0C-6325-40E0-8F90-19A1C15E9B0E}" dt="2026-02-02T07:40:19.973" v="202"/>
          <pc:sldLayoutMkLst>
            <pc:docMk/>
            <pc:sldMasterMk cId="2318469474" sldId="2147483690"/>
            <pc:sldLayoutMk cId="668685195" sldId="2147483694"/>
          </pc:sldLayoutMkLst>
        </pc:sldLayoutChg>
        <pc:sldLayoutChg chg="modTransition">
          <pc:chgData name="Sanny Light" userId="fdfd819338176e8d" providerId="LiveId" clId="{EDEF6B0C-6325-40E0-8F90-19A1C15E9B0E}" dt="2026-02-02T07:40:19.973" v="202"/>
          <pc:sldLayoutMkLst>
            <pc:docMk/>
            <pc:sldMasterMk cId="2318469474" sldId="2147483690"/>
            <pc:sldLayoutMk cId="868405333" sldId="2147483695"/>
          </pc:sldLayoutMkLst>
        </pc:sldLayoutChg>
        <pc:sldLayoutChg chg="modTransition">
          <pc:chgData name="Sanny Light" userId="fdfd819338176e8d" providerId="LiveId" clId="{EDEF6B0C-6325-40E0-8F90-19A1C15E9B0E}" dt="2026-02-02T07:40:19.973" v="202"/>
          <pc:sldLayoutMkLst>
            <pc:docMk/>
            <pc:sldMasterMk cId="2318469474" sldId="2147483690"/>
            <pc:sldLayoutMk cId="4100699391" sldId="2147483696"/>
          </pc:sldLayoutMkLst>
        </pc:sldLayoutChg>
        <pc:sldLayoutChg chg="modTransition">
          <pc:chgData name="Sanny Light" userId="fdfd819338176e8d" providerId="LiveId" clId="{EDEF6B0C-6325-40E0-8F90-19A1C15E9B0E}" dt="2026-02-02T07:40:19.973" v="202"/>
          <pc:sldLayoutMkLst>
            <pc:docMk/>
            <pc:sldMasterMk cId="2318469474" sldId="2147483690"/>
            <pc:sldLayoutMk cId="1055319043" sldId="2147483697"/>
          </pc:sldLayoutMkLst>
        </pc:sldLayoutChg>
        <pc:sldLayoutChg chg="modTransition">
          <pc:chgData name="Sanny Light" userId="fdfd819338176e8d" providerId="LiveId" clId="{EDEF6B0C-6325-40E0-8F90-19A1C15E9B0E}" dt="2026-02-02T07:40:19.973" v="202"/>
          <pc:sldLayoutMkLst>
            <pc:docMk/>
            <pc:sldMasterMk cId="2318469474" sldId="2147483690"/>
            <pc:sldLayoutMk cId="730008398" sldId="2147483698"/>
          </pc:sldLayoutMkLst>
        </pc:sldLayoutChg>
        <pc:sldLayoutChg chg="modTransition">
          <pc:chgData name="Sanny Light" userId="fdfd819338176e8d" providerId="LiveId" clId="{EDEF6B0C-6325-40E0-8F90-19A1C15E9B0E}" dt="2026-02-02T07:40:19.973" v="202"/>
          <pc:sldLayoutMkLst>
            <pc:docMk/>
            <pc:sldMasterMk cId="2318469474" sldId="2147483690"/>
            <pc:sldLayoutMk cId="953845551" sldId="2147483699"/>
          </pc:sldLayoutMkLst>
        </pc:sldLayoutChg>
        <pc:sldLayoutChg chg="modTransition">
          <pc:chgData name="Sanny Light" userId="fdfd819338176e8d" providerId="LiveId" clId="{EDEF6B0C-6325-40E0-8F90-19A1C15E9B0E}" dt="2026-02-02T07:40:19.973" v="202"/>
          <pc:sldLayoutMkLst>
            <pc:docMk/>
            <pc:sldMasterMk cId="2318469474" sldId="2147483690"/>
            <pc:sldLayoutMk cId="1815863088" sldId="2147483706"/>
          </pc:sldLayoutMkLst>
        </pc:sldLayoutChg>
        <pc:sldLayoutChg chg="modTransition">
          <pc:chgData name="Sanny Light" userId="fdfd819338176e8d" providerId="LiveId" clId="{EDEF6B0C-6325-40E0-8F90-19A1C15E9B0E}" dt="2026-02-02T07:40:19.973" v="202"/>
          <pc:sldLayoutMkLst>
            <pc:docMk/>
            <pc:sldMasterMk cId="2318469474" sldId="2147483690"/>
            <pc:sldLayoutMk cId="2956446827" sldId="2147483707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3C0FADF4-924D-4548-A558-9B34C497383C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F272107B-E05D-466B-B426-9B7FF645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1623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FADF4-924D-4548-A558-9B34C497383C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107B-E05D-466B-B426-9B7FF645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8406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FADF4-924D-4548-A558-9B34C497383C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107B-E05D-466B-B426-9B7FF645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3677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FADF4-924D-4548-A558-9B34C497383C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107B-E05D-466B-B426-9B7FF645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6851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FADF4-924D-4548-A558-9B34C497383C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107B-E05D-466B-B426-9B7FF645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4053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FADF4-924D-4548-A558-9B34C497383C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107B-E05D-466B-B426-9B7FF645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6993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FADF4-924D-4548-A558-9B34C497383C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107B-E05D-466B-B426-9B7FF645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3190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FADF4-924D-4548-A558-9B34C497383C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107B-E05D-466B-B426-9B7FF645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0083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FADF4-924D-4548-A558-9B34C497383C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107B-E05D-466B-B426-9B7FF645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8455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FADF4-924D-4548-A558-9B34C497383C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107B-E05D-466B-B426-9B7FF645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800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FADF4-924D-4548-A558-9B34C497383C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107B-E05D-466B-B426-9B7FF645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9509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FADF4-924D-4548-A558-9B34C497383C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107B-E05D-466B-B426-9B7FF645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407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FADF4-924D-4548-A558-9B34C497383C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107B-E05D-466B-B426-9B7FF645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9711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FADF4-924D-4548-A558-9B34C497383C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107B-E05D-466B-B426-9B7FF645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5064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FADF4-924D-4548-A558-9B34C497383C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107B-E05D-466B-B426-9B7FF645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8021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3C0FADF4-924D-4548-A558-9B34C497383C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107B-E05D-466B-B426-9B7FF645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8630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3C0FADF4-924D-4548-A558-9B34C497383C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107B-E05D-466B-B426-9B7FF645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4468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3C0FADF4-924D-4548-A558-9B34C497383C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F272107B-E05D-466B-B426-9B7FF64549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69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evbysamcloudy/FINAL-PROJECT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8D3A1-EBAF-26CB-91A0-F031E91B84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Stencil" panose="040409050D0802020404" pitchFamily="82" charset="0"/>
              </a:rPr>
              <a:t>JARVIS AI Assistant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D60A00-E1A6-DB9F-7F77-4B5F3543FC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React-Based Smart Assistant</a:t>
            </a:r>
          </a:p>
        </p:txBody>
      </p:sp>
    </p:spTree>
    <p:extLst>
      <p:ext uri="{BB962C8B-B14F-4D97-AF65-F5344CB8AC3E}">
        <p14:creationId xmlns:p14="http://schemas.microsoft.com/office/powerpoint/2010/main" val="26495270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535AD-DD56-EFC4-2FDA-3C9C24552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tencil" panose="040409050D0802020404" pitchFamily="82" charset="0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0B2C6-07DD-EC51-FE20-8CEBB964E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latin typeface="Bahnschrift Condensed" panose="020B0502040204020203" pitchFamily="34" charset="0"/>
              </a:rPr>
              <a:t>What is JARVIS?</a:t>
            </a:r>
            <a:endParaRPr lang="en-US" dirty="0">
              <a:latin typeface="Bahnschrift Condensed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Bahnschrift Condensed" panose="020B0502040204020203" pitchFamily="34" charset="0"/>
              </a:rPr>
              <a:t>A web-based AI assistant built using </a:t>
            </a:r>
            <a:r>
              <a:rPr lang="en-US" b="1" dirty="0">
                <a:latin typeface="Bahnschrift Condensed" panose="020B0502040204020203" pitchFamily="34" charset="0"/>
              </a:rPr>
              <a:t>React</a:t>
            </a:r>
            <a:endParaRPr lang="en-US" dirty="0">
              <a:latin typeface="Bahnschrift Condensed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Bahnschrift Condensed" panose="020B0502040204020203" pitchFamily="34" charset="0"/>
              </a:rPr>
              <a:t>Inspired by Iron Man’s JARVIS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Bahnschrift Condensed" panose="020B0502040204020203" pitchFamily="34" charset="0"/>
              </a:rPr>
              <a:t>Allows users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 Condensed" panose="020B0502040204020203" pitchFamily="34" charset="0"/>
              </a:rPr>
              <a:t>Chat with AI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 Condensed" panose="020B0502040204020203" pitchFamily="34" charset="0"/>
              </a:rPr>
              <a:t>Use voice commands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 Condensed" panose="020B0502040204020203" pitchFamily="34" charset="0"/>
              </a:rPr>
              <a:t>Execute system/file/email commands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 Condensed" panose="020B0502040204020203" pitchFamily="34" charset="0"/>
              </a:rPr>
              <a:t>View notifications and history</a:t>
            </a:r>
          </a:p>
          <a:p>
            <a:r>
              <a:rPr lang="en-US" b="1" dirty="0">
                <a:latin typeface="Bahnschrift Condensed" panose="020B0502040204020203" pitchFamily="34" charset="0"/>
              </a:rPr>
              <a:t>Goal:</a:t>
            </a:r>
            <a:r>
              <a:rPr lang="en-US" dirty="0">
                <a:latin typeface="Bahnschrift Condensed" panose="020B0502040204020203" pitchFamily="34" charset="0"/>
              </a:rPr>
              <a:t> Create a smart personal assistant interface.</a:t>
            </a:r>
          </a:p>
          <a:p>
            <a:endParaRPr lang="en-US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9520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97124-89B6-054F-AE79-A9E097F31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tencil" panose="040409050D0802020404" pitchFamily="82" charset="0"/>
              </a:rPr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372D7-110F-8E23-DDAC-02FEC2589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Bahnschrift Condensed" panose="020B0502040204020203" pitchFamily="34" charset="0"/>
              </a:rPr>
              <a:t>React JS</a:t>
            </a:r>
            <a:r>
              <a:rPr lang="en-US" dirty="0">
                <a:latin typeface="Bahnschrift Condensed" panose="020B0502040204020203" pitchFamily="34" charset="0"/>
              </a:rPr>
              <a:t> – Frontend framework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Bahnschrift Condensed" panose="020B0502040204020203" pitchFamily="34" charset="0"/>
              </a:rPr>
              <a:t>JavaScript, HTML, CSS</a:t>
            </a:r>
            <a:endParaRPr lang="en-US" dirty="0">
              <a:latin typeface="Bahnschrift Condensed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Bahnschrift Condensed" panose="020B0502040204020203" pitchFamily="34" charset="0"/>
              </a:rPr>
              <a:t>Context API</a:t>
            </a:r>
            <a:r>
              <a:rPr lang="en-US" dirty="0">
                <a:latin typeface="Bahnschrift Condensed" panose="020B0502040204020203" pitchFamily="34" charset="0"/>
              </a:rPr>
              <a:t> – Global state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>
                <a:latin typeface="Bahnschrift Condensed" panose="020B0502040204020203" pitchFamily="34" charset="0"/>
              </a:rPr>
              <a:t>Ollama</a:t>
            </a:r>
            <a:r>
              <a:rPr lang="en-US" b="1" dirty="0">
                <a:latin typeface="Bahnschrift Condensed" panose="020B0502040204020203" pitchFamily="34" charset="0"/>
              </a:rPr>
              <a:t> / AI API</a:t>
            </a:r>
            <a:r>
              <a:rPr lang="en-US" dirty="0">
                <a:latin typeface="Bahnschrift Condensed" panose="020B0502040204020203" pitchFamily="34" charset="0"/>
              </a:rPr>
              <a:t> – Chat intelligence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Bahnschrift Condensed" panose="020B0502040204020203" pitchFamily="34" charset="0"/>
              </a:rPr>
              <a:t>Web Speech API</a:t>
            </a:r>
            <a:r>
              <a:rPr lang="en-US" dirty="0">
                <a:latin typeface="Bahnschrift Condensed" panose="020B0502040204020203" pitchFamily="34" charset="0"/>
              </a:rPr>
              <a:t> – Voice recognition &amp; speech output</a:t>
            </a:r>
          </a:p>
          <a:p>
            <a:endParaRPr lang="en-US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475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1797B-241F-E5A9-BA81-EC40DE37E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tencil" panose="040409050D0802020404" pitchFamily="82" charset="0"/>
              </a:rPr>
              <a:t>Main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9F982-FD38-60D9-782B-F90FCE54B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Bahnschrift Condensed" panose="020B0502040204020203" pitchFamily="34" charset="0"/>
              </a:rPr>
              <a:t>Chat Mode</a:t>
            </a:r>
            <a:r>
              <a:rPr lang="en-US" dirty="0">
                <a:latin typeface="Bahnschrift Condensed" panose="020B0502040204020203" pitchFamily="34" charset="0"/>
              </a:rPr>
              <a:t> – Talk to AI like </a:t>
            </a:r>
            <a:r>
              <a:rPr lang="en-US" dirty="0" err="1">
                <a:latin typeface="Bahnschrift Condensed" panose="020B0502040204020203" pitchFamily="34" charset="0"/>
              </a:rPr>
              <a:t>ChatGPT</a:t>
            </a:r>
            <a:endParaRPr lang="en-US" dirty="0">
              <a:latin typeface="Bahnschrift Condensed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Bahnschrift Condensed" panose="020B0502040204020203" pitchFamily="34" charset="0"/>
              </a:rPr>
              <a:t>Command Mode</a:t>
            </a:r>
            <a:r>
              <a:rPr lang="en-US" dirty="0">
                <a:latin typeface="Bahnschrift Condensed" panose="020B0502040204020203" pitchFamily="34" charset="0"/>
              </a:rPr>
              <a:t> – Structured commands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Bahnschrift Condensed" panose="020B0502040204020203" pitchFamily="34" charset="0"/>
              </a:rPr>
              <a:t>Voice Mode</a:t>
            </a:r>
            <a:r>
              <a:rPr lang="en-US" dirty="0">
                <a:latin typeface="Bahnschrift Condensed" panose="020B0502040204020203" pitchFamily="34" charset="0"/>
              </a:rPr>
              <a:t> – Speak and hear responses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Bahnschrift Condensed" panose="020B0502040204020203" pitchFamily="34" charset="0"/>
              </a:rPr>
              <a:t>Notifications</a:t>
            </a:r>
            <a:r>
              <a:rPr lang="en-US" dirty="0">
                <a:latin typeface="Bahnschrift Condensed" panose="020B0502040204020203" pitchFamily="34" charset="0"/>
              </a:rPr>
              <a:t> – Alerts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Bahnschrift Condensed" panose="020B0502040204020203" pitchFamily="34" charset="0"/>
              </a:rPr>
              <a:t>History</a:t>
            </a:r>
            <a:r>
              <a:rPr lang="en-US" dirty="0">
                <a:latin typeface="Bahnschrift Condensed" panose="020B0502040204020203" pitchFamily="34" charset="0"/>
              </a:rPr>
              <a:t> – Stores past commands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Bahnschrift Condensed" panose="020B0502040204020203" pitchFamily="34" charset="0"/>
              </a:rPr>
              <a:t>Settings &amp; Preferences</a:t>
            </a:r>
            <a:r>
              <a:rPr lang="en-US" dirty="0">
                <a:latin typeface="Bahnschrift Condensed" panose="020B0502040204020203" pitchFamily="34" charset="0"/>
              </a:rPr>
              <a:t> – Toggle features</a:t>
            </a:r>
          </a:p>
          <a:p>
            <a:endParaRPr lang="en-US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53606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C7B8-EE16-1E40-EEE6-A95898AE9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tencil" panose="040409050D0802020404" pitchFamily="82" charset="0"/>
              </a:rPr>
              <a:t>App Structure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00CC3A3-DC2A-F4B9-BDE2-4F087F7AD3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585522"/>
            <a:ext cx="9636760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Main Components: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Condense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App.jsx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 – Main controller &amp; navigation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JARVISCore.jsx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 – Brain of the assistant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ChatWindow.jsx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 – Chat interface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VoiceFeedback.jsx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 – Voice input/output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TaskRouter.js – Routes commands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History.jsx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 – Past actions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Notifications.jsx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 – Alerts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35348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952D3-3D38-8A38-2CA0-06081C88B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tencil" panose="040409050D0802020404" pitchFamily="82" charset="0"/>
              </a:rPr>
              <a:t>Voice Interaction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AD0C62-E4B5-1008-BAD7-EC58A1CEC4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262630"/>
            <a:ext cx="874268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Uses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Speech Recognition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 to capture voice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Converts speech → 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Sends text to AI or command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Uses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Speech Synthesis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 to speak back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Prevents overlapping speech</a:t>
            </a:r>
          </a:p>
        </p:txBody>
      </p:sp>
    </p:spTree>
    <p:extLst>
      <p:ext uri="{BB962C8B-B14F-4D97-AF65-F5344CB8AC3E}">
        <p14:creationId xmlns:p14="http://schemas.microsoft.com/office/powerpoint/2010/main" val="42396108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8E0CB-3DF8-BD61-1384-D384BC66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tencil" panose="040409050D0802020404" pitchFamily="82" charset="0"/>
              </a:rPr>
              <a:t>AI Integration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140B24-C2F5-9F81-5159-9928038859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124131"/>
            <a:ext cx="684276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Connects to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Ollama / OpenAI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ahnschrift Condense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Generates intelligent responses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Used for: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Chat conversations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Understanding complex commands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Handles connection errors and loading states</a:t>
            </a:r>
          </a:p>
        </p:txBody>
      </p:sp>
    </p:spTree>
    <p:extLst>
      <p:ext uri="{BB962C8B-B14F-4D97-AF65-F5344CB8AC3E}">
        <p14:creationId xmlns:p14="http://schemas.microsoft.com/office/powerpoint/2010/main" val="34222048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9073-058B-56D0-601C-0DD22870B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tencil" panose="040409050D0802020404" pitchFamily="82" charset="0"/>
              </a:rPr>
              <a:t>Notifications &amp;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F29A6-06A6-034D-A14B-80374EFEA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Notifications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 alerts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Mark as read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Delete or clear all</a:t>
            </a:r>
          </a:p>
          <a:p>
            <a:r>
              <a:rPr lang="en-US" b="1" dirty="0"/>
              <a:t>History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Stores commands with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Delete single item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Clear all history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8684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05048-47DE-57AD-9926-A2B205CCB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tencil" panose="040409050D0802020404" pitchFamily="82" charset="0"/>
              </a:rPr>
              <a:t>How Commands Work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E228C71-C2DD-C39F-2F5A-488AB430F2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7040" y="1463928"/>
            <a:ext cx="99568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dirty="0">
                <a:latin typeface="Bahnschrift Condensed" panose="020B0502040204020203" pitchFamily="34" charset="0"/>
              </a:rPr>
              <a:t>1.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User types or speaks a command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CommandAnalyzer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 checks keywords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TaskRouter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 sends command to: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Email Manager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File Manager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System Status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If unknown → AI handles 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Examples: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Condense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/check emails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/list files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/system status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19476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C45EC-C5E2-EE4B-195D-F12A58DD7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tencil" panose="040409050D0802020404" pitchFamily="82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61472-F32F-16FE-53F5-984E02310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>
                <a:latin typeface="Bahnschrift Condensed" panose="020B0502040204020203" pitchFamily="34" charset="0"/>
              </a:rPr>
              <a:t>What This Project Demonstrates</a:t>
            </a:r>
            <a:endParaRPr lang="en-US" dirty="0">
              <a:latin typeface="Bahnschrift Condensed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Bahnschrift Condensed" panose="020B0502040204020203" pitchFamily="34" charset="0"/>
              </a:rPr>
              <a:t>React Hooks &amp; State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Bahnschrift Condensed" panose="020B0502040204020203" pitchFamily="34" charset="0"/>
              </a:rPr>
              <a:t>Context API usage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Bahnschrift Condensed" panose="020B0502040204020203" pitchFamily="34" charset="0"/>
              </a:rPr>
              <a:t>Voice Recognition &amp; Text-to-Speech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Bahnschrift Condensed" panose="020B0502040204020203" pitchFamily="34" charset="0"/>
              </a:rPr>
              <a:t>AI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Bahnschrift Condensed" panose="020B0502040204020203" pitchFamily="34" charset="0"/>
              </a:rPr>
              <a:t>Modular Component Design</a:t>
            </a:r>
          </a:p>
          <a:p>
            <a:r>
              <a:rPr lang="en-US" b="1" dirty="0">
                <a:latin typeface="Bahnschrift Condensed" panose="020B0502040204020203" pitchFamily="34" charset="0"/>
              </a:rPr>
              <a:t>Future Improvements</a:t>
            </a:r>
            <a:endParaRPr lang="en-US" dirty="0">
              <a:latin typeface="Bahnschrift Condensed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Bahnschrift Condensed" panose="020B0502040204020203" pitchFamily="34" charset="0"/>
              </a:rPr>
              <a:t>Real email/file access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Bahnschrift Condensed" panose="020B0502040204020203" pitchFamily="34" charset="0"/>
              </a:rPr>
              <a:t>Mobile optimization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Bahnschrift Condensed" panose="020B0502040204020203" pitchFamily="34" charset="0"/>
              </a:rPr>
              <a:t>User authentication</a:t>
            </a:r>
          </a:p>
          <a:p>
            <a:endParaRPr lang="en-US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1442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3D84B-DA6F-3DFC-1612-CE3C66FB6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tencil" panose="040409050D0802020404" pitchFamily="82" charset="0"/>
              </a:rPr>
              <a:t>IMAGES STRUCTURE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9E0A2D-BC15-6C9E-0F01-30B8D58F41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4537" y="2603500"/>
            <a:ext cx="6507238" cy="3416300"/>
          </a:xfrm>
        </p:spPr>
      </p:pic>
    </p:spTree>
    <p:extLst>
      <p:ext uri="{BB962C8B-B14F-4D97-AF65-F5344CB8AC3E}">
        <p14:creationId xmlns:p14="http://schemas.microsoft.com/office/powerpoint/2010/main" val="31566952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96BBC-0BAF-CCA2-20E3-E13B76978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tencil" panose="040409050D0802020404" pitchFamily="82" charset="0"/>
              </a:rPr>
              <a:t>IMAGE PRESENTATION II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CE492D-4DB8-7EBF-3E18-6C2567D68D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09" y="1295400"/>
            <a:ext cx="10141877" cy="5379059"/>
          </a:xfrm>
        </p:spPr>
      </p:pic>
    </p:spTree>
    <p:extLst>
      <p:ext uri="{BB962C8B-B14F-4D97-AF65-F5344CB8AC3E}">
        <p14:creationId xmlns:p14="http://schemas.microsoft.com/office/powerpoint/2010/main" val="23974797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18645-9995-88D5-77EE-D09F6C87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tencil" panose="040409050D0802020404" pitchFamily="82" charset="0"/>
              </a:rPr>
              <a:t>GITHUB REPO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870B8B-8193-71D4-BCE3-08F9923DFE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114" y="1368543"/>
            <a:ext cx="9905999" cy="5253954"/>
          </a:xfrm>
        </p:spPr>
      </p:pic>
    </p:spTree>
    <p:extLst>
      <p:ext uri="{BB962C8B-B14F-4D97-AF65-F5344CB8AC3E}">
        <p14:creationId xmlns:p14="http://schemas.microsoft.com/office/powerpoint/2010/main" val="2420488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EABA7-9B9D-6E33-4052-516AE8184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087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Stencil" panose="040409050D0802020404" pitchFamily="82" charset="0"/>
              </a:rPr>
              <a:t>MORE INFORMATION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D7391-ED02-637E-46F1-C6C47B0CC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https://github.com/devbysamcloudy/FINAL-PROJECT</a:t>
            </a:r>
            <a:endParaRPr lang="en-US" dirty="0"/>
          </a:p>
          <a:p>
            <a:r>
              <a:rPr lang="en-US" dirty="0"/>
              <a:t>PLEASE PULL THE ABOVE LINK TO GET THE CODING STRUCTURE</a:t>
            </a:r>
          </a:p>
        </p:txBody>
      </p:sp>
    </p:spTree>
    <p:extLst>
      <p:ext uri="{BB962C8B-B14F-4D97-AF65-F5344CB8AC3E}">
        <p14:creationId xmlns:p14="http://schemas.microsoft.com/office/powerpoint/2010/main" val="19091670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98992-3ED2-6B4F-A582-24FE4822F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3600" dirty="0">
              <a:latin typeface="Stencil" panose="040409050D0802020404" pitchFamily="82" charset="0"/>
            </a:endParaRPr>
          </a:p>
          <a:p>
            <a:pPr marL="0" indent="0" algn="ctr">
              <a:buNone/>
            </a:pPr>
            <a:endParaRPr lang="en-US" sz="3600" dirty="0">
              <a:latin typeface="Stencil" panose="040409050D0802020404" pitchFamily="82" charset="0"/>
            </a:endParaRPr>
          </a:p>
          <a:p>
            <a:pPr marL="0" indent="0" algn="ctr">
              <a:buNone/>
            </a:pPr>
            <a:r>
              <a:rPr lang="en-US" sz="3600" dirty="0">
                <a:latin typeface="Stencil" panose="040409050D0802020404" pitchFamily="82" charset="0"/>
              </a:rPr>
              <a:t>THANK YOU</a:t>
            </a:r>
          </a:p>
          <a:p>
            <a:pPr marL="0" indent="0" algn="ctr">
              <a:buNone/>
            </a:pPr>
            <a:r>
              <a:rPr lang="en-US" sz="3600" dirty="0">
                <a:latin typeface="Stencil" panose="040409050D0802020404" pitchFamily="82" charset="0"/>
              </a:rPr>
              <a:t> AND </a:t>
            </a:r>
          </a:p>
          <a:p>
            <a:pPr marL="0" indent="0" algn="ctr">
              <a:buNone/>
            </a:pPr>
            <a:r>
              <a:rPr lang="en-US" sz="3600" dirty="0">
                <a:latin typeface="Stencil" panose="040409050D0802020404" pitchFamily="82" charset="0"/>
              </a:rPr>
              <a:t>GOOD BYE</a:t>
            </a:r>
          </a:p>
        </p:txBody>
      </p:sp>
    </p:spTree>
    <p:extLst>
      <p:ext uri="{BB962C8B-B14F-4D97-AF65-F5344CB8AC3E}">
        <p14:creationId xmlns:p14="http://schemas.microsoft.com/office/powerpoint/2010/main" val="32211250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68</TotalTime>
  <Words>362</Words>
  <Application>Microsoft Office PowerPoint</Application>
  <PresentationFormat>Widescreen</PresentationFormat>
  <Paragraphs>90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Algerian</vt:lpstr>
      <vt:lpstr>Arial</vt:lpstr>
      <vt:lpstr>Bahnschrift Condensed</vt:lpstr>
      <vt:lpstr>Century Gothic</vt:lpstr>
      <vt:lpstr>Stencil</vt:lpstr>
      <vt:lpstr>Wingdings 3</vt:lpstr>
      <vt:lpstr>Ion Boardroom</vt:lpstr>
      <vt:lpstr>JARVIS AI Assistant</vt:lpstr>
      <vt:lpstr>Project Overview</vt:lpstr>
      <vt:lpstr>Technologies Used</vt:lpstr>
      <vt:lpstr>Main Features</vt:lpstr>
      <vt:lpstr>App Structure</vt:lpstr>
      <vt:lpstr>Voice Interaction</vt:lpstr>
      <vt:lpstr>AI Integration</vt:lpstr>
      <vt:lpstr>Notifications &amp; History</vt:lpstr>
      <vt:lpstr>How Commands Work</vt:lpstr>
      <vt:lpstr>Conclusion</vt:lpstr>
      <vt:lpstr>IMAGES STRUCTURE</vt:lpstr>
      <vt:lpstr>IMAGE PRESENTATION II</vt:lpstr>
      <vt:lpstr>GITHUB REPO</vt:lpstr>
      <vt:lpstr>MORE INFORMATION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JARVIS AI Assistant</dc:title>
  <dc:creator>Sanny Light</dc:creator>
  <cp:lastModifiedBy>Sanny Light</cp:lastModifiedBy>
  <cp:revision>1</cp:revision>
  <dcterms:created xsi:type="dcterms:W3CDTF">2026-02-02T06:52:32Z</dcterms:created>
  <dcterms:modified xsi:type="dcterms:W3CDTF">2026-02-02T08:00:49Z</dcterms:modified>
</cp:coreProperties>
</file>