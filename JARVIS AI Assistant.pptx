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1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17" autoAdjust="0"/>
    <p:restoredTop sz="93447" autoAdjust="0"/>
  </p:normalViewPr>
  <p:slideViewPr>
    <p:cSldViewPr snapToGrid="0">
      <p:cViewPr varScale="1">
        <p:scale>
          <a:sx n="59" d="100"/>
          <a:sy n="59" d="100"/>
        </p:scale>
        <p:origin x="23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nny Light" userId="fdfd819338176e8d" providerId="LiveId" clId="{EDEF6B0C-6325-40E0-8F90-19A1C15E9B0E}"/>
    <pc:docChg chg="addSld modSld">
      <pc:chgData name="Sanny Light" userId="fdfd819338176e8d" providerId="LiveId" clId="{EDEF6B0C-6325-40E0-8F90-19A1C15E9B0E}" dt="2026-02-02T07:01:28.702" v="150" actId="20577"/>
      <pc:docMkLst>
        <pc:docMk/>
      </pc:docMkLst>
      <pc:sldChg chg="addSp delSp modSp new mod">
        <pc:chgData name="Sanny Light" userId="fdfd819338176e8d" providerId="LiveId" clId="{EDEF6B0C-6325-40E0-8F90-19A1C15E9B0E}" dt="2026-02-02T06:57:18.797" v="25" actId="14100"/>
        <pc:sldMkLst>
          <pc:docMk/>
          <pc:sldMk cId="3156695234" sldId="266"/>
        </pc:sldMkLst>
        <pc:spChg chg="mod">
          <ac:chgData name="Sanny Light" userId="fdfd819338176e8d" providerId="LiveId" clId="{EDEF6B0C-6325-40E0-8F90-19A1C15E9B0E}" dt="2026-02-02T06:56:48.173" v="22" actId="122"/>
          <ac:spMkLst>
            <pc:docMk/>
            <pc:sldMk cId="3156695234" sldId="266"/>
            <ac:spMk id="2" creationId="{14D3D84B-DA6F-3DFC-1612-CE3C66FB6813}"/>
          </ac:spMkLst>
        </pc:spChg>
        <pc:spChg chg="del">
          <ac:chgData name="Sanny Light" userId="fdfd819338176e8d" providerId="LiveId" clId="{EDEF6B0C-6325-40E0-8F90-19A1C15E9B0E}" dt="2026-02-02T06:57:07.570" v="23" actId="931"/>
          <ac:spMkLst>
            <pc:docMk/>
            <pc:sldMk cId="3156695234" sldId="266"/>
            <ac:spMk id="3" creationId="{8FCF4170-AC95-21FA-FEE0-80FA99A5F6EF}"/>
          </ac:spMkLst>
        </pc:spChg>
        <pc:picChg chg="add mod">
          <ac:chgData name="Sanny Light" userId="fdfd819338176e8d" providerId="LiveId" clId="{EDEF6B0C-6325-40E0-8F90-19A1C15E9B0E}" dt="2026-02-02T06:57:18.797" v="25" actId="14100"/>
          <ac:picMkLst>
            <pc:docMk/>
            <pc:sldMk cId="3156695234" sldId="266"/>
            <ac:picMk id="5" creationId="{E99E0A2D-BC15-6C9E-0F01-30B8D58F41EA}"/>
          </ac:picMkLst>
        </pc:picChg>
      </pc:sldChg>
      <pc:sldChg chg="addSp delSp modSp new mod">
        <pc:chgData name="Sanny Light" userId="fdfd819338176e8d" providerId="LiveId" clId="{EDEF6B0C-6325-40E0-8F90-19A1C15E9B0E}" dt="2026-02-02T06:58:40.103" v="52" actId="14100"/>
        <pc:sldMkLst>
          <pc:docMk/>
          <pc:sldMk cId="2397479740" sldId="267"/>
        </pc:sldMkLst>
        <pc:spChg chg="mod">
          <ac:chgData name="Sanny Light" userId="fdfd819338176e8d" providerId="LiveId" clId="{EDEF6B0C-6325-40E0-8F90-19A1C15E9B0E}" dt="2026-02-02T06:57:56.959" v="49" actId="122"/>
          <ac:spMkLst>
            <pc:docMk/>
            <pc:sldMk cId="2397479740" sldId="267"/>
            <ac:spMk id="2" creationId="{43096BBC-0BAF-CCA2-20E3-E13B76978916}"/>
          </ac:spMkLst>
        </pc:spChg>
        <pc:spChg chg="del">
          <ac:chgData name="Sanny Light" userId="fdfd819338176e8d" providerId="LiveId" clId="{EDEF6B0C-6325-40E0-8F90-19A1C15E9B0E}" dt="2026-02-02T06:58:33.530" v="50" actId="931"/>
          <ac:spMkLst>
            <pc:docMk/>
            <pc:sldMk cId="2397479740" sldId="267"/>
            <ac:spMk id="3" creationId="{FDCA8D7F-1A4E-3910-3E1B-2464FFB418ED}"/>
          </ac:spMkLst>
        </pc:spChg>
        <pc:picChg chg="add mod">
          <ac:chgData name="Sanny Light" userId="fdfd819338176e8d" providerId="LiveId" clId="{EDEF6B0C-6325-40E0-8F90-19A1C15E9B0E}" dt="2026-02-02T06:58:40.103" v="52" actId="14100"/>
          <ac:picMkLst>
            <pc:docMk/>
            <pc:sldMk cId="2397479740" sldId="267"/>
            <ac:picMk id="5" creationId="{C4CE492D-4DB8-7EBF-3E18-6C2567D68DAE}"/>
          </ac:picMkLst>
        </pc:picChg>
      </pc:sldChg>
      <pc:sldChg chg="addSp delSp modSp new mod">
        <pc:chgData name="Sanny Light" userId="fdfd819338176e8d" providerId="LiveId" clId="{EDEF6B0C-6325-40E0-8F90-19A1C15E9B0E}" dt="2026-02-02T07:00:06.773" v="71" actId="14100"/>
        <pc:sldMkLst>
          <pc:docMk/>
          <pc:sldMk cId="242048827" sldId="268"/>
        </pc:sldMkLst>
        <pc:spChg chg="mod">
          <ac:chgData name="Sanny Light" userId="fdfd819338176e8d" providerId="LiveId" clId="{EDEF6B0C-6325-40E0-8F90-19A1C15E9B0E}" dt="2026-02-02T06:59:07.310" v="68" actId="122"/>
          <ac:spMkLst>
            <pc:docMk/>
            <pc:sldMk cId="242048827" sldId="268"/>
            <ac:spMk id="2" creationId="{2FC18645-9995-88D5-77EE-D09F6C87F3F3}"/>
          </ac:spMkLst>
        </pc:spChg>
        <pc:spChg chg="del">
          <ac:chgData name="Sanny Light" userId="fdfd819338176e8d" providerId="LiveId" clId="{EDEF6B0C-6325-40E0-8F90-19A1C15E9B0E}" dt="2026-02-02T07:00:00.524" v="69" actId="931"/>
          <ac:spMkLst>
            <pc:docMk/>
            <pc:sldMk cId="242048827" sldId="268"/>
            <ac:spMk id="3" creationId="{7FF78FDA-E92B-304B-8D85-03FB63776450}"/>
          </ac:spMkLst>
        </pc:spChg>
        <pc:picChg chg="add mod">
          <ac:chgData name="Sanny Light" userId="fdfd819338176e8d" providerId="LiveId" clId="{EDEF6B0C-6325-40E0-8F90-19A1C15E9B0E}" dt="2026-02-02T07:00:06.773" v="71" actId="14100"/>
          <ac:picMkLst>
            <pc:docMk/>
            <pc:sldMk cId="242048827" sldId="268"/>
            <ac:picMk id="5" creationId="{EF870B8B-8193-71D4-BCE3-08F9923DFED9}"/>
          </ac:picMkLst>
        </pc:picChg>
      </pc:sldChg>
      <pc:sldChg chg="modSp new mod">
        <pc:chgData name="Sanny Light" userId="fdfd819338176e8d" providerId="LiveId" clId="{EDEF6B0C-6325-40E0-8F90-19A1C15E9B0E}" dt="2026-02-02T07:01:28.702" v="150" actId="20577"/>
        <pc:sldMkLst>
          <pc:docMk/>
          <pc:sldMk cId="1909167001" sldId="269"/>
        </pc:sldMkLst>
        <pc:spChg chg="mod">
          <ac:chgData name="Sanny Light" userId="fdfd819338176e8d" providerId="LiveId" clId="{EDEF6B0C-6325-40E0-8F90-19A1C15E9B0E}" dt="2026-02-02T07:00:34.898" v="92" actId="2711"/>
          <ac:spMkLst>
            <pc:docMk/>
            <pc:sldMk cId="1909167001" sldId="269"/>
            <ac:spMk id="2" creationId="{D46EABA7-9B9D-6E33-4052-516AE8184CAB}"/>
          </ac:spMkLst>
        </pc:spChg>
        <pc:spChg chg="mod">
          <ac:chgData name="Sanny Light" userId="fdfd819338176e8d" providerId="LiveId" clId="{EDEF6B0C-6325-40E0-8F90-19A1C15E9B0E}" dt="2026-02-02T07:01:28.702" v="150" actId="20577"/>
          <ac:spMkLst>
            <pc:docMk/>
            <pc:sldMk cId="1909167001" sldId="269"/>
            <ac:spMk id="3" creationId="{707D7391-ED02-637E-46F1-C6C47B0CC951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5C9A43-1737-760F-6210-ACDDDA3B92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4BE82B-51B1-EB0D-E682-8DC6F03C6D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6E9BFA-2614-C556-E1DD-59B4031F9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0FADF4-924D-4548-A558-9B34C497383C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3EDDD0-978C-9A03-C76D-C21DCDD44F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420FC-EF76-0951-E82B-F7D8616E9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2107B-E05D-466B-B426-9B7FF64549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06056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3A1C9-008F-A2F7-0187-B7DE54E67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3D30C-3D51-DCB9-F33D-4461BFEC46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DE26AF-18CF-7EAF-340D-818C03A147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0FADF4-924D-4548-A558-9B34C497383C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BE1C82-6566-C83E-C337-BD62544D7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B58148-9844-B884-5331-402A98271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2107B-E05D-466B-B426-9B7FF64549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8351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97EFF-3CD1-700C-DD56-7FC460548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F10B4D-B2C5-2FDD-AF7B-1DF1EB2124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97C6CF-A397-9F3C-4D07-309E35EF78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0FADF4-924D-4548-A558-9B34C497383C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9B72B7-FCA3-C811-0EA4-A599AC48CA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E2F9F2-F48F-C959-2344-CE2415EA7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2107B-E05D-466B-B426-9B7FF64549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761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5353A-EF9A-2EBE-A439-7901D6F6C4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2F300-EC7F-CE9E-2F99-3DEF82F317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21B1B7-9B5A-7E38-91A8-3676F2F111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8B8C4A-8579-DB51-7897-5C226AC078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0FADF4-924D-4548-A558-9B34C497383C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F6ADE6-16A5-2A6C-29FE-EDFB838694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C52CD4-8BAF-2B6F-50F5-C6F42F12B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2107B-E05D-466B-B426-9B7FF64549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2296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5B3E31-3861-6058-9A3C-2212BD4DFE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699083-DDBD-F364-EAE9-800606F2EA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D516C5-E88D-E5B2-7D21-718C024276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F7691BD-6784-1106-E755-55936CBA64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C6A02AA-503F-B015-2A47-172BD5E2EB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1799A18-AAD2-D168-2AC8-0B55855BB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0FADF4-924D-4548-A558-9B34C497383C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2E695D8-F59A-7FAD-6DC0-82DFC3268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C01031-BE71-6F2F-93D0-8DEF640EB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2107B-E05D-466B-B426-9B7FF64549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3822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F1D4B-306D-5F53-47C3-69D99FC69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AE49DA-B085-2AE0-B68A-364346308C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0FADF4-924D-4548-A558-9B34C497383C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0D9316-A538-6D96-0B3D-7C5335BFDE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9AB664-E513-899C-BBDE-B2DD73145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2107B-E05D-466B-B426-9B7FF64549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05057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F1141F-9868-970A-BEB0-BA07CAA88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0FADF4-924D-4548-A558-9B34C497383C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FD2D7B-4403-26D7-0561-E23A210C7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7A6469-B040-D46C-6EF4-483B087EC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2107B-E05D-466B-B426-9B7FF64549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1356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6E695-2406-5D33-E7BB-34A2A859E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ECFACC-221D-B961-C27E-11420F67F0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A56580-3588-CC95-9881-084B2720D3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005B47-262C-2AB7-548F-53C04527F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0FADF4-924D-4548-A558-9B34C497383C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C84A98-D34E-E2F6-63D9-342D5B0CAC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8B8E21-AB59-A6E4-015F-E3AE08432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2107B-E05D-466B-B426-9B7FF64549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521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096D9-F959-85B0-524C-CB049CF2BE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490306D-80A8-B171-F6D7-DE5FAC3F36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587600-1E8B-3442-E3A8-EEC5BD898B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B7F24B-F08B-46BD-F402-DFC5CC8C3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0FADF4-924D-4548-A558-9B34C497383C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AD4A15-30BE-42C5-B1D6-1E79C1B66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F0B1F1-9D6D-FEFA-569C-B143C04D4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2107B-E05D-466B-B426-9B7FF64549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62898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B3934-8F01-C7B4-9A50-B9741C7F82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F93ADD-B5E7-802F-653A-34C125A78E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53FF39-138C-6C78-6CF4-7AC30BCDE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0FADF4-924D-4548-A558-9B34C497383C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979E58-664F-EBEA-451C-D51DC0FB2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08B752-E996-2BA2-F5DB-802A30961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2107B-E05D-466B-B426-9B7FF64549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512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5B42646-9ECA-8B0C-67F5-56DF64119A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D97F52-01DC-B79A-4860-1CCD2319FB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A8A372-89F3-90E5-DA40-8B55F8D961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0FADF4-924D-4548-A558-9B34C497383C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D62E05-2BA5-250D-54C4-26C0C989D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DC9CE4-652C-D74C-0FD0-1EA9AB954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2107B-E05D-466B-B426-9B7FF64549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9804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E70C91-D325-F495-E90D-61DA03A259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12E90F-635A-6549-693C-3F226A46AB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6427E9-A5ED-C811-966B-D00A63FEE5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0FADF4-924D-4548-A558-9B34C497383C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5D33F9-7C3B-1204-0F64-43D37AACE7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CF9A33-775D-1804-DA39-16ABFD1AE7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72107B-E05D-466B-B426-9B7FF64549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7767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mp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mp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tmp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evbysamcloudy/FINAL-PROJECT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8D3A1-EBAF-26CB-91A0-F031E91B841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latin typeface="Stencil" panose="040409050D0802020404" pitchFamily="82" charset="0"/>
              </a:rPr>
              <a:t>JARVIS AI Assistant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D60A00-E1A6-DB9F-7F77-4B5F3543FC5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latin typeface="Algerian" panose="04020705040A02060702" pitchFamily="82" charset="0"/>
              </a:rPr>
              <a:t>React-Based Smart Assistant</a:t>
            </a:r>
          </a:p>
        </p:txBody>
      </p:sp>
    </p:spTree>
    <p:extLst>
      <p:ext uri="{BB962C8B-B14F-4D97-AF65-F5344CB8AC3E}">
        <p14:creationId xmlns:p14="http://schemas.microsoft.com/office/powerpoint/2010/main" val="264952709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:dissolve/>
      </p:transition>
    </mc:Choice>
    <mc:Fallback>
      <p:transition spd="slow">
        <p:dissolv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2535AD-DD56-EFC4-2FDA-3C9C245524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Stencil" panose="040409050D0802020404" pitchFamily="82" charset="0"/>
              </a:rPr>
              <a:t>Project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70B2C6-07DD-EC51-FE20-8CEBB964E2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latin typeface="Bahnschrift Condensed" panose="020B0502040204020203" pitchFamily="34" charset="0"/>
              </a:rPr>
              <a:t>What is JARVIS?</a:t>
            </a:r>
            <a:endParaRPr lang="en-US" dirty="0">
              <a:latin typeface="Bahnschrift Condensed" panose="020B0502040204020203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Bahnschrift Condensed" panose="020B0502040204020203" pitchFamily="34" charset="0"/>
              </a:rPr>
              <a:t>A web-based AI assistant built using </a:t>
            </a:r>
            <a:r>
              <a:rPr lang="en-US" b="1" dirty="0">
                <a:latin typeface="Bahnschrift Condensed" panose="020B0502040204020203" pitchFamily="34" charset="0"/>
              </a:rPr>
              <a:t>React</a:t>
            </a:r>
            <a:endParaRPr lang="en-US" dirty="0">
              <a:latin typeface="Bahnschrift Condensed" panose="020B0502040204020203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Bahnschrift Condensed" panose="020B0502040204020203" pitchFamily="34" charset="0"/>
              </a:rPr>
              <a:t>Inspired by Iron Man’s JARVIS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Bahnschrift Condensed" panose="020B0502040204020203" pitchFamily="34" charset="0"/>
              </a:rPr>
              <a:t>Allows users to: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Bahnschrift Condensed" panose="020B0502040204020203" pitchFamily="34" charset="0"/>
              </a:rPr>
              <a:t>Chat with AI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Bahnschrift Condensed" panose="020B0502040204020203" pitchFamily="34" charset="0"/>
              </a:rPr>
              <a:t>Use voice commands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Bahnschrift Condensed" panose="020B0502040204020203" pitchFamily="34" charset="0"/>
              </a:rPr>
              <a:t>Execute system/file/email commands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Bahnschrift Condensed" panose="020B0502040204020203" pitchFamily="34" charset="0"/>
              </a:rPr>
              <a:t>View notifications and history</a:t>
            </a:r>
          </a:p>
          <a:p>
            <a:r>
              <a:rPr lang="en-US" b="1" dirty="0">
                <a:latin typeface="Bahnschrift Condensed" panose="020B0502040204020203" pitchFamily="34" charset="0"/>
              </a:rPr>
              <a:t>Goal:</a:t>
            </a:r>
            <a:r>
              <a:rPr lang="en-US" dirty="0">
                <a:latin typeface="Bahnschrift Condensed" panose="020B0502040204020203" pitchFamily="34" charset="0"/>
              </a:rPr>
              <a:t> Create a smart personal assistant interface.</a:t>
            </a:r>
          </a:p>
          <a:p>
            <a:endParaRPr lang="en-US" dirty="0">
              <a:latin typeface="Bahnschrif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79520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97124-89B6-054F-AE79-A9E097F31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Stencil" panose="040409050D0802020404" pitchFamily="82" charset="0"/>
              </a:rPr>
              <a:t>Technologies Used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0372D7-110F-8E23-DDAC-02FEC25891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>
                <a:latin typeface="Bahnschrift Condensed" panose="020B0502040204020203" pitchFamily="34" charset="0"/>
              </a:rPr>
              <a:t>React JS</a:t>
            </a:r>
            <a:r>
              <a:rPr lang="en-US" dirty="0">
                <a:latin typeface="Bahnschrift Condensed" panose="020B0502040204020203" pitchFamily="34" charset="0"/>
              </a:rPr>
              <a:t> – Frontend framework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>
                <a:latin typeface="Bahnschrift Condensed" panose="020B0502040204020203" pitchFamily="34" charset="0"/>
              </a:rPr>
              <a:t>JavaScript, HTML, CSS</a:t>
            </a:r>
            <a:endParaRPr lang="en-US" dirty="0">
              <a:latin typeface="Bahnschrift Condensed" panose="020B0502040204020203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>
                <a:latin typeface="Bahnschrift Condensed" panose="020B0502040204020203" pitchFamily="34" charset="0"/>
              </a:rPr>
              <a:t>Context API</a:t>
            </a:r>
            <a:r>
              <a:rPr lang="en-US" dirty="0">
                <a:latin typeface="Bahnschrift Condensed" panose="020B0502040204020203" pitchFamily="34" charset="0"/>
              </a:rPr>
              <a:t> – Global state management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 err="1">
                <a:latin typeface="Bahnschrift Condensed" panose="020B0502040204020203" pitchFamily="34" charset="0"/>
              </a:rPr>
              <a:t>Ollama</a:t>
            </a:r>
            <a:r>
              <a:rPr lang="en-US" b="1" dirty="0">
                <a:latin typeface="Bahnschrift Condensed" panose="020B0502040204020203" pitchFamily="34" charset="0"/>
              </a:rPr>
              <a:t> / AI API</a:t>
            </a:r>
            <a:r>
              <a:rPr lang="en-US" dirty="0">
                <a:latin typeface="Bahnschrift Condensed" panose="020B0502040204020203" pitchFamily="34" charset="0"/>
              </a:rPr>
              <a:t> – Chat intelligence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>
                <a:latin typeface="Bahnschrift Condensed" panose="020B0502040204020203" pitchFamily="34" charset="0"/>
              </a:rPr>
              <a:t>Web Speech API</a:t>
            </a:r>
            <a:r>
              <a:rPr lang="en-US" dirty="0">
                <a:latin typeface="Bahnschrift Condensed" panose="020B0502040204020203" pitchFamily="34" charset="0"/>
              </a:rPr>
              <a:t> – Voice recognition &amp; speech output</a:t>
            </a:r>
          </a:p>
          <a:p>
            <a:endParaRPr lang="en-US" dirty="0">
              <a:latin typeface="Bahnschrif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7475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1797B-241F-E5A9-BA81-EC40DE37E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Stencil" panose="040409050D0802020404" pitchFamily="82" charset="0"/>
              </a:rPr>
              <a:t>Main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39F982-FD38-60D9-782B-F90FCE54B6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>
                <a:latin typeface="Bahnschrift Condensed" panose="020B0502040204020203" pitchFamily="34" charset="0"/>
              </a:rPr>
              <a:t>Chat Mode</a:t>
            </a:r>
            <a:r>
              <a:rPr lang="en-US" dirty="0">
                <a:latin typeface="Bahnschrift Condensed" panose="020B0502040204020203" pitchFamily="34" charset="0"/>
              </a:rPr>
              <a:t> – Talk to AI like </a:t>
            </a:r>
            <a:r>
              <a:rPr lang="en-US" dirty="0" err="1">
                <a:latin typeface="Bahnschrift Condensed" panose="020B0502040204020203" pitchFamily="34" charset="0"/>
              </a:rPr>
              <a:t>ChatGPT</a:t>
            </a:r>
            <a:endParaRPr lang="en-US" dirty="0">
              <a:latin typeface="Bahnschrift Condensed" panose="020B0502040204020203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>
                <a:latin typeface="Bahnschrift Condensed" panose="020B0502040204020203" pitchFamily="34" charset="0"/>
              </a:rPr>
              <a:t>Command Mode</a:t>
            </a:r>
            <a:r>
              <a:rPr lang="en-US" dirty="0">
                <a:latin typeface="Bahnschrift Condensed" panose="020B0502040204020203" pitchFamily="34" charset="0"/>
              </a:rPr>
              <a:t> – Structured commands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>
                <a:latin typeface="Bahnschrift Condensed" panose="020B0502040204020203" pitchFamily="34" charset="0"/>
              </a:rPr>
              <a:t>Voice Mode</a:t>
            </a:r>
            <a:r>
              <a:rPr lang="en-US" dirty="0">
                <a:latin typeface="Bahnschrift Condensed" panose="020B0502040204020203" pitchFamily="34" charset="0"/>
              </a:rPr>
              <a:t> – Speak and hear responses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>
                <a:latin typeface="Bahnschrift Condensed" panose="020B0502040204020203" pitchFamily="34" charset="0"/>
              </a:rPr>
              <a:t>Notifications</a:t>
            </a:r>
            <a:r>
              <a:rPr lang="en-US" dirty="0">
                <a:latin typeface="Bahnschrift Condensed" panose="020B0502040204020203" pitchFamily="34" charset="0"/>
              </a:rPr>
              <a:t> – Alerts system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>
                <a:latin typeface="Bahnschrift Condensed" panose="020B0502040204020203" pitchFamily="34" charset="0"/>
              </a:rPr>
              <a:t>History</a:t>
            </a:r>
            <a:r>
              <a:rPr lang="en-US" dirty="0">
                <a:latin typeface="Bahnschrift Condensed" panose="020B0502040204020203" pitchFamily="34" charset="0"/>
              </a:rPr>
              <a:t> – Stores past commands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>
                <a:latin typeface="Bahnschrift Condensed" panose="020B0502040204020203" pitchFamily="34" charset="0"/>
              </a:rPr>
              <a:t>Settings &amp; Preferences</a:t>
            </a:r>
            <a:r>
              <a:rPr lang="en-US" dirty="0">
                <a:latin typeface="Bahnschrift Condensed" panose="020B0502040204020203" pitchFamily="34" charset="0"/>
              </a:rPr>
              <a:t> – Toggle features</a:t>
            </a:r>
          </a:p>
          <a:p>
            <a:endParaRPr lang="en-US" dirty="0">
              <a:latin typeface="Bahnschrif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53606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FC7B8-EE16-1E40-EEE6-A95898AE9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Stencil" panose="040409050D0802020404" pitchFamily="82" charset="0"/>
              </a:rPr>
              <a:t>App Structure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300CC3A3-DC2A-F4B9-BDE2-4F087F7AD32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585522"/>
            <a:ext cx="9636760" cy="28315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 Condensed" panose="020B0502040204020203" pitchFamily="34" charset="0"/>
              </a:rPr>
              <a:t>Main Components: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ahnschrift Condensed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Bahnschrift Condensed" panose="020B0502040204020203" pitchFamily="34" charset="0"/>
              </a:rPr>
              <a:t>App.jsx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 Condensed" panose="020B0502040204020203" pitchFamily="34" charset="0"/>
              </a:rPr>
              <a:t> – Main controller &amp; navigation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Bahnschrift Condensed" panose="020B0502040204020203" pitchFamily="34" charset="0"/>
              </a:rPr>
              <a:t>JARVISCore.jsx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 Condensed" panose="020B0502040204020203" pitchFamily="34" charset="0"/>
              </a:rPr>
              <a:t> – Brain of the assistant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Bahnschrift Condensed" panose="020B0502040204020203" pitchFamily="34" charset="0"/>
              </a:rPr>
              <a:t>ChatWindow.jsx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 Condensed" panose="020B0502040204020203" pitchFamily="34" charset="0"/>
              </a:rPr>
              <a:t> – Chat interface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Bahnschrift Condensed" panose="020B0502040204020203" pitchFamily="34" charset="0"/>
              </a:rPr>
              <a:t>VoiceFeedback.jsx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 Condensed" panose="020B0502040204020203" pitchFamily="34" charset="0"/>
              </a:rPr>
              <a:t> – Voice input/output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 Condensed" panose="020B0502040204020203" pitchFamily="34" charset="0"/>
              </a:rPr>
              <a:t>TaskRouter.js – Routes commands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Bahnschrift Condensed" panose="020B0502040204020203" pitchFamily="34" charset="0"/>
              </a:rPr>
              <a:t>History.jsx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 Condensed" panose="020B0502040204020203" pitchFamily="34" charset="0"/>
              </a:rPr>
              <a:t> – Past actions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Bahnschrift Condensed" panose="020B0502040204020203" pitchFamily="34" charset="0"/>
              </a:rPr>
              <a:t>Notifications.jsx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 Condensed" panose="020B0502040204020203" pitchFamily="34" charset="0"/>
              </a:rPr>
              <a:t> – Alerts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ahnschrif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35348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952D3-3D38-8A38-2CA0-06081C88B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Stencil" panose="040409050D0802020404" pitchFamily="82" charset="0"/>
              </a:rPr>
              <a:t>Voice Interaction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2AD0C62-E4B5-1008-BAD7-EC58A1CEC45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3262630"/>
            <a:ext cx="8742680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ahnschrift Condensed" panose="020B0502040204020203" pitchFamily="34" charset="0"/>
              </a:rPr>
              <a:t>Uses 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ahnschrift Condensed" panose="020B0502040204020203" pitchFamily="34" charset="0"/>
              </a:rPr>
              <a:t>Speech Recognition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ahnschrift Condensed" panose="020B0502040204020203" pitchFamily="34" charset="0"/>
              </a:rPr>
              <a:t> to capture voice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ahnschrift Condensed" panose="020B0502040204020203" pitchFamily="34" charset="0"/>
              </a:rPr>
              <a:t>Converts speech → text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ahnschrift Condensed" panose="020B0502040204020203" pitchFamily="34" charset="0"/>
              </a:rPr>
              <a:t>Sends text to AI or command system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ahnschrift Condensed" panose="020B0502040204020203" pitchFamily="34" charset="0"/>
              </a:rPr>
              <a:t>Uses 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ahnschrift Condensed" panose="020B0502040204020203" pitchFamily="34" charset="0"/>
              </a:rPr>
              <a:t>Speech Synthesis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ahnschrift Condensed" panose="020B0502040204020203" pitchFamily="34" charset="0"/>
              </a:rPr>
              <a:t> to speak back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ahnschrift Condensed" panose="020B0502040204020203" pitchFamily="34" charset="0"/>
              </a:rPr>
              <a:t>Prevents overlapping speech</a:t>
            </a:r>
          </a:p>
        </p:txBody>
      </p:sp>
    </p:spTree>
    <p:extLst>
      <p:ext uri="{BB962C8B-B14F-4D97-AF65-F5344CB8AC3E}">
        <p14:creationId xmlns:p14="http://schemas.microsoft.com/office/powerpoint/2010/main" val="42396108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78E0CB-3DF8-BD61-1384-D384BC66B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Stencil" panose="040409050D0802020404" pitchFamily="82" charset="0"/>
              </a:rPr>
              <a:t>AI Integration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8140B24-C2F5-9F81-5159-9928038859C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3124131"/>
            <a:ext cx="6842760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ahnschrift Condensed" panose="020B0502040204020203" pitchFamily="34" charset="0"/>
              </a:rPr>
              <a:t>Connects to 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ahnschrift Condensed" panose="020B0502040204020203" pitchFamily="34" charset="0"/>
              </a:rPr>
              <a:t>Ollama / OpenAI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ahnschrift Condensed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ahnschrift Condensed" panose="020B0502040204020203" pitchFamily="34" charset="0"/>
              </a:rPr>
              <a:t>Generates intelligent responses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ahnschrift Condensed" panose="020B0502040204020203" pitchFamily="34" charset="0"/>
              </a:rPr>
              <a:t>Used for: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ahnschrift Condensed" panose="020B0502040204020203" pitchFamily="34" charset="0"/>
              </a:rPr>
              <a:t>Chat conversations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ahnschrift Condensed" panose="020B0502040204020203" pitchFamily="34" charset="0"/>
              </a:rPr>
              <a:t>Understanding complex commands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ahnschrift Condensed" panose="020B0502040204020203" pitchFamily="34" charset="0"/>
              </a:rPr>
              <a:t>Handles connection errors and loading states</a:t>
            </a:r>
          </a:p>
        </p:txBody>
      </p:sp>
    </p:spTree>
    <p:extLst>
      <p:ext uri="{BB962C8B-B14F-4D97-AF65-F5344CB8AC3E}">
        <p14:creationId xmlns:p14="http://schemas.microsoft.com/office/powerpoint/2010/main" val="34222048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09073-058B-56D0-601C-0DD22870B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Stencil" panose="040409050D0802020404" pitchFamily="82" charset="0"/>
              </a:rPr>
              <a:t>Notifications &amp; History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FF29A6-06A6-034D-A14B-80374EFEA0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Notifications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Add alerts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Mark as read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Delete or clear all</a:t>
            </a:r>
          </a:p>
          <a:p>
            <a:r>
              <a:rPr lang="en-US" b="1" dirty="0"/>
              <a:t>History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Stores commands with time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Delete single item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Clear all history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08684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05048-47DE-57AD-9926-A2B205CCB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Stencil" panose="040409050D0802020404" pitchFamily="82" charset="0"/>
              </a:rPr>
              <a:t>How Commands Work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E228C71-C2DD-C39F-2F5A-488AB430F2D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47040" y="1463928"/>
            <a:ext cx="9956800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en-US" sz="2400" dirty="0">
                <a:latin typeface="Bahnschrift Condensed" panose="020B0502040204020203" pitchFamily="34" charset="0"/>
              </a:rPr>
              <a:t>1.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 Condensed" panose="020B0502040204020203" pitchFamily="34" charset="0"/>
              </a:rPr>
              <a:t>User types or speaks a command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Bahnschrift Condensed" panose="020B0502040204020203" pitchFamily="34" charset="0"/>
              </a:rPr>
              <a:t>CommandAnalyzer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 Condensed" panose="020B0502040204020203" pitchFamily="34" charset="0"/>
              </a:rPr>
              <a:t> checks keywords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Bahnschrift Condensed" panose="020B0502040204020203" pitchFamily="34" charset="0"/>
              </a:rPr>
              <a:t>TaskRouter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 Condensed" panose="020B0502040204020203" pitchFamily="34" charset="0"/>
              </a:rPr>
              <a:t> sends command to: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 Condensed" panose="020B0502040204020203" pitchFamily="34" charset="0"/>
              </a:rPr>
              <a:t>Email Manager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 Condensed" panose="020B0502040204020203" pitchFamily="34" charset="0"/>
              </a:rPr>
              <a:t>File Manager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 Condensed" panose="020B0502040204020203" pitchFamily="34" charset="0"/>
              </a:rPr>
              <a:t>System Status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4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 Condensed" panose="020B0502040204020203" pitchFamily="34" charset="0"/>
              </a:rPr>
              <a:t>If unknown → AI handles 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 Condensed" panose="020B0502040204020203" pitchFamily="34" charset="0"/>
              </a:rPr>
              <a:t>Examples: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ahnschrift Condensed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 Condensed" panose="020B0502040204020203" pitchFamily="34" charset="0"/>
              </a:rPr>
              <a:t>/check emails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 Condensed" panose="020B0502040204020203" pitchFamily="34" charset="0"/>
              </a:rPr>
              <a:t>/list files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 Condensed" panose="020B0502040204020203" pitchFamily="34" charset="0"/>
              </a:rPr>
              <a:t>/system status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ahnschrif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19476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C45EC-C5E2-EE4B-195D-F12A58DD7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Stencil" panose="040409050D0802020404" pitchFamily="82" charset="0"/>
              </a:rPr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061472-F32F-16FE-53F5-984E023107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dirty="0">
                <a:latin typeface="Bahnschrift Condensed" panose="020B0502040204020203" pitchFamily="34" charset="0"/>
              </a:rPr>
              <a:t>What This Project Demonstrates</a:t>
            </a:r>
            <a:endParaRPr lang="en-US" dirty="0">
              <a:latin typeface="Bahnschrift Condensed" panose="020B0502040204020203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Bahnschrift Condensed" panose="020B0502040204020203" pitchFamily="34" charset="0"/>
              </a:rPr>
              <a:t>React Hooks &amp; State Management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Bahnschrift Condensed" panose="020B0502040204020203" pitchFamily="34" charset="0"/>
              </a:rPr>
              <a:t>Context API usage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Bahnschrift Condensed" panose="020B0502040204020203" pitchFamily="34" charset="0"/>
              </a:rPr>
              <a:t>Voice Recognition &amp; Text-to-Speech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Bahnschrift Condensed" panose="020B0502040204020203" pitchFamily="34" charset="0"/>
              </a:rPr>
              <a:t>AI Integration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Bahnschrift Condensed" panose="020B0502040204020203" pitchFamily="34" charset="0"/>
              </a:rPr>
              <a:t>Modular Component Design</a:t>
            </a:r>
          </a:p>
          <a:p>
            <a:r>
              <a:rPr lang="en-US" b="1" dirty="0">
                <a:latin typeface="Bahnschrift Condensed" panose="020B0502040204020203" pitchFamily="34" charset="0"/>
              </a:rPr>
              <a:t>Future Improvements</a:t>
            </a:r>
            <a:endParaRPr lang="en-US" dirty="0">
              <a:latin typeface="Bahnschrift Condensed" panose="020B0502040204020203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Bahnschrift Condensed" panose="020B0502040204020203" pitchFamily="34" charset="0"/>
              </a:rPr>
              <a:t>Real email/file access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Bahnschrift Condensed" panose="020B0502040204020203" pitchFamily="34" charset="0"/>
              </a:rPr>
              <a:t>Mobile optimization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Bahnschrift Condensed" panose="020B0502040204020203" pitchFamily="34" charset="0"/>
              </a:rPr>
              <a:t>User authentication</a:t>
            </a:r>
          </a:p>
          <a:p>
            <a:endParaRPr lang="en-US" dirty="0">
              <a:latin typeface="Bahnschrif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11442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3D84B-DA6F-3DFC-1612-CE3C66FB6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Stencil" panose="040409050D0802020404" pitchFamily="82" charset="0"/>
              </a:rPr>
              <a:t>IMAGES STRUCTURE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99E0A2D-BC15-6C9E-0F01-30B8D58F41E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6609" y="1513114"/>
            <a:ext cx="9997191" cy="5248525"/>
          </a:xfrm>
        </p:spPr>
      </p:pic>
    </p:spTree>
    <p:extLst>
      <p:ext uri="{BB962C8B-B14F-4D97-AF65-F5344CB8AC3E}">
        <p14:creationId xmlns:p14="http://schemas.microsoft.com/office/powerpoint/2010/main" val="31566952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96BBC-0BAF-CCA2-20E3-E13B76978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Stencil" panose="040409050D0802020404" pitchFamily="82" charset="0"/>
              </a:rPr>
              <a:t>IMAGE PRESENTATION II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4CE492D-4DB8-7EBF-3E18-6C2567D68D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209" y="1295400"/>
            <a:ext cx="10141877" cy="5379059"/>
          </a:xfrm>
        </p:spPr>
      </p:pic>
    </p:spTree>
    <p:extLst>
      <p:ext uri="{BB962C8B-B14F-4D97-AF65-F5344CB8AC3E}">
        <p14:creationId xmlns:p14="http://schemas.microsoft.com/office/powerpoint/2010/main" val="23974797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18645-9995-88D5-77EE-D09F6C87F3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Stencil" panose="040409050D0802020404" pitchFamily="82" charset="0"/>
              </a:rPr>
              <a:t>GITHUB REPO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F870B8B-8193-71D4-BCE3-08F9923DFE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2114" y="1368543"/>
            <a:ext cx="9905999" cy="5253954"/>
          </a:xfrm>
        </p:spPr>
      </p:pic>
    </p:spTree>
    <p:extLst>
      <p:ext uri="{BB962C8B-B14F-4D97-AF65-F5344CB8AC3E}">
        <p14:creationId xmlns:p14="http://schemas.microsoft.com/office/powerpoint/2010/main" val="2420488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EABA7-9B9D-6E33-4052-516AE8184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40870"/>
            <a:ext cx="10515600" cy="1325563"/>
          </a:xfrm>
        </p:spPr>
        <p:txBody>
          <a:bodyPr/>
          <a:lstStyle/>
          <a:p>
            <a:pPr algn="ctr"/>
            <a:r>
              <a:rPr lang="en-US" dirty="0">
                <a:latin typeface="Stencil" panose="040409050D0802020404" pitchFamily="82" charset="0"/>
              </a:rPr>
              <a:t>MORE INFORMATION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7D7391-ED02-637E-46F1-C6C47B0CC9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https://github.com/devbysamcloudy/FINAL-PROJECT</a:t>
            </a:r>
            <a:endParaRPr lang="en-US" dirty="0"/>
          </a:p>
          <a:p>
            <a:r>
              <a:rPr lang="en-US" dirty="0"/>
              <a:t>PLEASE PULL THE ABOVE LINK TO GET THE CODING STRUCTURE</a:t>
            </a:r>
          </a:p>
        </p:txBody>
      </p:sp>
    </p:spTree>
    <p:extLst>
      <p:ext uri="{BB962C8B-B14F-4D97-AF65-F5344CB8AC3E}">
        <p14:creationId xmlns:p14="http://schemas.microsoft.com/office/powerpoint/2010/main" val="1909167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356</Words>
  <Application>Microsoft Office PowerPoint</Application>
  <PresentationFormat>Widescreen</PresentationFormat>
  <Paragraphs>85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Algerian</vt:lpstr>
      <vt:lpstr>Arial</vt:lpstr>
      <vt:lpstr>Bahnschrift Condensed</vt:lpstr>
      <vt:lpstr>Calibri</vt:lpstr>
      <vt:lpstr>Calibri Light</vt:lpstr>
      <vt:lpstr>Stencil</vt:lpstr>
      <vt:lpstr>Office Theme</vt:lpstr>
      <vt:lpstr>JARVIS AI Assistant</vt:lpstr>
      <vt:lpstr>Project Overview</vt:lpstr>
      <vt:lpstr>Technologies Used</vt:lpstr>
      <vt:lpstr>Main Features</vt:lpstr>
      <vt:lpstr>App Structure</vt:lpstr>
      <vt:lpstr>Voice Interaction</vt:lpstr>
      <vt:lpstr>AI Integration</vt:lpstr>
      <vt:lpstr>Notifications &amp; History</vt:lpstr>
      <vt:lpstr>How Commands Work</vt:lpstr>
      <vt:lpstr>Conclusion</vt:lpstr>
      <vt:lpstr>IMAGES STRUCTURE</vt:lpstr>
      <vt:lpstr>IMAGE PRESENTATION II</vt:lpstr>
      <vt:lpstr>GITHUB REPO</vt:lpstr>
      <vt:lpstr>MORE INFORMATION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JARVIS AI Assistant</dc:title>
  <dc:creator>Sanny Light</dc:creator>
  <cp:lastModifiedBy>Sanny Light</cp:lastModifiedBy>
  <cp:revision>1</cp:revision>
  <dcterms:created xsi:type="dcterms:W3CDTF">2026-02-02T06:52:32Z</dcterms:created>
  <dcterms:modified xsi:type="dcterms:W3CDTF">2026-02-02T07:01:35Z</dcterms:modified>
</cp:coreProperties>
</file>